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6" r:id="rId3"/>
  </p:sldIdLst>
  <p:sldSz cx="24299863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6" d="100"/>
          <a:sy n="16" d="100"/>
        </p:scale>
        <p:origin x="3552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2490" y="7070108"/>
            <a:ext cx="20654884" cy="15040222"/>
          </a:xfrm>
        </p:spPr>
        <p:txBody>
          <a:bodyPr anchor="b"/>
          <a:lstStyle>
            <a:lvl1pPr algn="ctr">
              <a:defRPr sz="1594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37483" y="22690338"/>
            <a:ext cx="18224897" cy="10430151"/>
          </a:xfrm>
        </p:spPr>
        <p:txBody>
          <a:bodyPr/>
          <a:lstStyle>
            <a:lvl1pPr marL="0" indent="0" algn="ctr">
              <a:buNone/>
              <a:defRPr sz="6378"/>
            </a:lvl1pPr>
            <a:lvl2pPr marL="1215009" indent="0" algn="ctr">
              <a:buNone/>
              <a:defRPr sz="5315"/>
            </a:lvl2pPr>
            <a:lvl3pPr marL="2430018" indent="0" algn="ctr">
              <a:buNone/>
              <a:defRPr sz="4784"/>
            </a:lvl3pPr>
            <a:lvl4pPr marL="3645027" indent="0" algn="ctr">
              <a:buNone/>
              <a:defRPr sz="4252"/>
            </a:lvl4pPr>
            <a:lvl5pPr marL="4860036" indent="0" algn="ctr">
              <a:buNone/>
              <a:defRPr sz="4252"/>
            </a:lvl5pPr>
            <a:lvl6pPr marL="6075045" indent="0" algn="ctr">
              <a:buNone/>
              <a:defRPr sz="4252"/>
            </a:lvl6pPr>
            <a:lvl7pPr marL="7290054" indent="0" algn="ctr">
              <a:buNone/>
              <a:defRPr sz="4252"/>
            </a:lvl7pPr>
            <a:lvl8pPr marL="8505063" indent="0" algn="ctr">
              <a:buNone/>
              <a:defRPr sz="4252"/>
            </a:lvl8pPr>
            <a:lvl9pPr marL="9720072" indent="0" algn="ctr">
              <a:buNone/>
              <a:defRPr sz="4252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D8D15-D6D2-46C3-8867-6B582FDB92E4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57FCD-09AA-48F0-BB58-339B4A63EED5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C3976B7-FA4C-66B4-F7E8-63B2CD437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00" y="8646"/>
            <a:ext cx="6858000" cy="171465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C260FA9-6B1A-0792-1DE6-2E7EAEC3C7C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5212" y="0"/>
            <a:ext cx="1714651" cy="171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507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D8D15-D6D2-46C3-8867-6B582FDB92E4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57FCD-09AA-48F0-BB58-339B4A63EE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720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7961" y="10770172"/>
            <a:ext cx="20958632" cy="17970262"/>
          </a:xfrm>
        </p:spPr>
        <p:txBody>
          <a:bodyPr anchor="b"/>
          <a:lstStyle>
            <a:lvl1pPr>
              <a:defRPr sz="1594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7961" y="28910440"/>
            <a:ext cx="20958632" cy="9450136"/>
          </a:xfrm>
        </p:spPr>
        <p:txBody>
          <a:bodyPr/>
          <a:lstStyle>
            <a:lvl1pPr marL="0" indent="0">
              <a:buNone/>
              <a:defRPr sz="6378">
                <a:solidFill>
                  <a:schemeClr val="tx1">
                    <a:tint val="82000"/>
                  </a:schemeClr>
                </a:solidFill>
              </a:defRPr>
            </a:lvl1pPr>
            <a:lvl2pPr marL="1215009" indent="0">
              <a:buNone/>
              <a:defRPr sz="5315">
                <a:solidFill>
                  <a:schemeClr val="tx1">
                    <a:tint val="82000"/>
                  </a:schemeClr>
                </a:solidFill>
              </a:defRPr>
            </a:lvl2pPr>
            <a:lvl3pPr marL="2430018" indent="0">
              <a:buNone/>
              <a:defRPr sz="4784">
                <a:solidFill>
                  <a:schemeClr val="tx1">
                    <a:tint val="82000"/>
                  </a:schemeClr>
                </a:solidFill>
              </a:defRPr>
            </a:lvl3pPr>
            <a:lvl4pPr marL="3645027" indent="0">
              <a:buNone/>
              <a:defRPr sz="4252">
                <a:solidFill>
                  <a:schemeClr val="tx1">
                    <a:tint val="82000"/>
                  </a:schemeClr>
                </a:solidFill>
              </a:defRPr>
            </a:lvl4pPr>
            <a:lvl5pPr marL="4860036" indent="0">
              <a:buNone/>
              <a:defRPr sz="4252">
                <a:solidFill>
                  <a:schemeClr val="tx1">
                    <a:tint val="82000"/>
                  </a:schemeClr>
                </a:solidFill>
              </a:defRPr>
            </a:lvl5pPr>
            <a:lvl6pPr marL="6075045" indent="0">
              <a:buNone/>
              <a:defRPr sz="4252">
                <a:solidFill>
                  <a:schemeClr val="tx1">
                    <a:tint val="82000"/>
                  </a:schemeClr>
                </a:solidFill>
              </a:defRPr>
            </a:lvl6pPr>
            <a:lvl7pPr marL="7290054" indent="0">
              <a:buNone/>
              <a:defRPr sz="4252">
                <a:solidFill>
                  <a:schemeClr val="tx1">
                    <a:tint val="82000"/>
                  </a:schemeClr>
                </a:solidFill>
              </a:defRPr>
            </a:lvl7pPr>
            <a:lvl8pPr marL="8505063" indent="0">
              <a:buNone/>
              <a:defRPr sz="4252">
                <a:solidFill>
                  <a:schemeClr val="tx1">
                    <a:tint val="82000"/>
                  </a:schemeClr>
                </a:solidFill>
              </a:defRPr>
            </a:lvl8pPr>
            <a:lvl9pPr marL="9720072" indent="0">
              <a:buNone/>
              <a:defRPr sz="425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D8D15-D6D2-46C3-8867-6B582FDB92E4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57FCD-09AA-48F0-BB58-339B4A63EE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084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0615" y="11500170"/>
            <a:ext cx="10327442" cy="2741040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01806" y="11500170"/>
            <a:ext cx="10327442" cy="2741040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D8D15-D6D2-46C3-8867-6B582FDB92E4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57FCD-09AA-48F0-BB58-339B4A63EE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72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781" y="2300044"/>
            <a:ext cx="20958632" cy="835012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3784" y="10590160"/>
            <a:ext cx="10279979" cy="5190073"/>
          </a:xfrm>
        </p:spPr>
        <p:txBody>
          <a:bodyPr anchor="b"/>
          <a:lstStyle>
            <a:lvl1pPr marL="0" indent="0">
              <a:buNone/>
              <a:defRPr sz="6378" b="1"/>
            </a:lvl1pPr>
            <a:lvl2pPr marL="1215009" indent="0">
              <a:buNone/>
              <a:defRPr sz="5315" b="1"/>
            </a:lvl2pPr>
            <a:lvl3pPr marL="2430018" indent="0">
              <a:buNone/>
              <a:defRPr sz="4784" b="1"/>
            </a:lvl3pPr>
            <a:lvl4pPr marL="3645027" indent="0">
              <a:buNone/>
              <a:defRPr sz="4252" b="1"/>
            </a:lvl4pPr>
            <a:lvl5pPr marL="4860036" indent="0">
              <a:buNone/>
              <a:defRPr sz="4252" b="1"/>
            </a:lvl5pPr>
            <a:lvl6pPr marL="6075045" indent="0">
              <a:buNone/>
              <a:defRPr sz="4252" b="1"/>
            </a:lvl6pPr>
            <a:lvl7pPr marL="7290054" indent="0">
              <a:buNone/>
              <a:defRPr sz="4252" b="1"/>
            </a:lvl7pPr>
            <a:lvl8pPr marL="8505063" indent="0">
              <a:buNone/>
              <a:defRPr sz="4252" b="1"/>
            </a:lvl8pPr>
            <a:lvl9pPr marL="9720072" indent="0">
              <a:buNone/>
              <a:defRPr sz="425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3784" y="15780233"/>
            <a:ext cx="10279979" cy="2321034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01807" y="10590160"/>
            <a:ext cx="10330607" cy="5190073"/>
          </a:xfrm>
        </p:spPr>
        <p:txBody>
          <a:bodyPr anchor="b"/>
          <a:lstStyle>
            <a:lvl1pPr marL="0" indent="0">
              <a:buNone/>
              <a:defRPr sz="6378" b="1"/>
            </a:lvl1pPr>
            <a:lvl2pPr marL="1215009" indent="0">
              <a:buNone/>
              <a:defRPr sz="5315" b="1"/>
            </a:lvl2pPr>
            <a:lvl3pPr marL="2430018" indent="0">
              <a:buNone/>
              <a:defRPr sz="4784" b="1"/>
            </a:lvl3pPr>
            <a:lvl4pPr marL="3645027" indent="0">
              <a:buNone/>
              <a:defRPr sz="4252" b="1"/>
            </a:lvl4pPr>
            <a:lvl5pPr marL="4860036" indent="0">
              <a:buNone/>
              <a:defRPr sz="4252" b="1"/>
            </a:lvl5pPr>
            <a:lvl6pPr marL="6075045" indent="0">
              <a:buNone/>
              <a:defRPr sz="4252" b="1"/>
            </a:lvl6pPr>
            <a:lvl7pPr marL="7290054" indent="0">
              <a:buNone/>
              <a:defRPr sz="4252" b="1"/>
            </a:lvl7pPr>
            <a:lvl8pPr marL="8505063" indent="0">
              <a:buNone/>
              <a:defRPr sz="4252" b="1"/>
            </a:lvl8pPr>
            <a:lvl9pPr marL="9720072" indent="0">
              <a:buNone/>
              <a:defRPr sz="425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01807" y="15780233"/>
            <a:ext cx="10330607" cy="2321034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D8D15-D6D2-46C3-8867-6B582FDB92E4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57FCD-09AA-48F0-BB58-339B4A63EE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19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D8D15-D6D2-46C3-8867-6B582FDB92E4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57FCD-09AA-48F0-BB58-339B4A63EE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214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D8D15-D6D2-46C3-8867-6B582FDB92E4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57FCD-09AA-48F0-BB58-339B4A63EE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590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781" y="2880042"/>
            <a:ext cx="7837338" cy="10080149"/>
          </a:xfrm>
        </p:spPr>
        <p:txBody>
          <a:bodyPr anchor="b"/>
          <a:lstStyle>
            <a:lvl1pPr>
              <a:defRPr sz="850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30607" y="6220102"/>
            <a:ext cx="12301806" cy="30700453"/>
          </a:xfrm>
        </p:spPr>
        <p:txBody>
          <a:bodyPr/>
          <a:lstStyle>
            <a:lvl1pPr>
              <a:defRPr sz="8504"/>
            </a:lvl1pPr>
            <a:lvl2pPr>
              <a:defRPr sz="7441"/>
            </a:lvl2pPr>
            <a:lvl3pPr>
              <a:defRPr sz="6378"/>
            </a:lvl3pPr>
            <a:lvl4pPr>
              <a:defRPr sz="5315"/>
            </a:lvl4pPr>
            <a:lvl5pPr>
              <a:defRPr sz="5315"/>
            </a:lvl5pPr>
            <a:lvl6pPr>
              <a:defRPr sz="5315"/>
            </a:lvl6pPr>
            <a:lvl7pPr>
              <a:defRPr sz="5315"/>
            </a:lvl7pPr>
            <a:lvl8pPr>
              <a:defRPr sz="5315"/>
            </a:lvl8pPr>
            <a:lvl9pPr>
              <a:defRPr sz="531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3781" y="12960191"/>
            <a:ext cx="7837338" cy="24010358"/>
          </a:xfrm>
        </p:spPr>
        <p:txBody>
          <a:bodyPr/>
          <a:lstStyle>
            <a:lvl1pPr marL="0" indent="0">
              <a:buNone/>
              <a:defRPr sz="4252"/>
            </a:lvl1pPr>
            <a:lvl2pPr marL="1215009" indent="0">
              <a:buNone/>
              <a:defRPr sz="3721"/>
            </a:lvl2pPr>
            <a:lvl3pPr marL="2430018" indent="0">
              <a:buNone/>
              <a:defRPr sz="3189"/>
            </a:lvl3pPr>
            <a:lvl4pPr marL="3645027" indent="0">
              <a:buNone/>
              <a:defRPr sz="2658"/>
            </a:lvl4pPr>
            <a:lvl5pPr marL="4860036" indent="0">
              <a:buNone/>
              <a:defRPr sz="2658"/>
            </a:lvl5pPr>
            <a:lvl6pPr marL="6075045" indent="0">
              <a:buNone/>
              <a:defRPr sz="2658"/>
            </a:lvl6pPr>
            <a:lvl7pPr marL="7290054" indent="0">
              <a:buNone/>
              <a:defRPr sz="2658"/>
            </a:lvl7pPr>
            <a:lvl8pPr marL="8505063" indent="0">
              <a:buNone/>
              <a:defRPr sz="2658"/>
            </a:lvl8pPr>
            <a:lvl9pPr marL="9720072" indent="0">
              <a:buNone/>
              <a:defRPr sz="2658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D8D15-D6D2-46C3-8867-6B582FDB92E4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57FCD-09AA-48F0-BB58-339B4A63EE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735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781" y="2880042"/>
            <a:ext cx="7837338" cy="10080149"/>
          </a:xfrm>
        </p:spPr>
        <p:txBody>
          <a:bodyPr anchor="b"/>
          <a:lstStyle>
            <a:lvl1pPr>
              <a:defRPr sz="850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30607" y="6220102"/>
            <a:ext cx="12301806" cy="30700453"/>
          </a:xfrm>
        </p:spPr>
        <p:txBody>
          <a:bodyPr anchor="t"/>
          <a:lstStyle>
            <a:lvl1pPr marL="0" indent="0">
              <a:buNone/>
              <a:defRPr sz="8504"/>
            </a:lvl1pPr>
            <a:lvl2pPr marL="1215009" indent="0">
              <a:buNone/>
              <a:defRPr sz="7441"/>
            </a:lvl2pPr>
            <a:lvl3pPr marL="2430018" indent="0">
              <a:buNone/>
              <a:defRPr sz="6378"/>
            </a:lvl3pPr>
            <a:lvl4pPr marL="3645027" indent="0">
              <a:buNone/>
              <a:defRPr sz="5315"/>
            </a:lvl4pPr>
            <a:lvl5pPr marL="4860036" indent="0">
              <a:buNone/>
              <a:defRPr sz="5315"/>
            </a:lvl5pPr>
            <a:lvl6pPr marL="6075045" indent="0">
              <a:buNone/>
              <a:defRPr sz="5315"/>
            </a:lvl6pPr>
            <a:lvl7pPr marL="7290054" indent="0">
              <a:buNone/>
              <a:defRPr sz="5315"/>
            </a:lvl7pPr>
            <a:lvl8pPr marL="8505063" indent="0">
              <a:buNone/>
              <a:defRPr sz="5315"/>
            </a:lvl8pPr>
            <a:lvl9pPr marL="9720072" indent="0">
              <a:buNone/>
              <a:defRPr sz="531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3781" y="12960191"/>
            <a:ext cx="7837338" cy="24010358"/>
          </a:xfrm>
        </p:spPr>
        <p:txBody>
          <a:bodyPr/>
          <a:lstStyle>
            <a:lvl1pPr marL="0" indent="0">
              <a:buNone/>
              <a:defRPr sz="4252"/>
            </a:lvl1pPr>
            <a:lvl2pPr marL="1215009" indent="0">
              <a:buNone/>
              <a:defRPr sz="3721"/>
            </a:lvl2pPr>
            <a:lvl3pPr marL="2430018" indent="0">
              <a:buNone/>
              <a:defRPr sz="3189"/>
            </a:lvl3pPr>
            <a:lvl4pPr marL="3645027" indent="0">
              <a:buNone/>
              <a:defRPr sz="2658"/>
            </a:lvl4pPr>
            <a:lvl5pPr marL="4860036" indent="0">
              <a:buNone/>
              <a:defRPr sz="2658"/>
            </a:lvl5pPr>
            <a:lvl6pPr marL="6075045" indent="0">
              <a:buNone/>
              <a:defRPr sz="2658"/>
            </a:lvl6pPr>
            <a:lvl7pPr marL="7290054" indent="0">
              <a:buNone/>
              <a:defRPr sz="2658"/>
            </a:lvl7pPr>
            <a:lvl8pPr marL="8505063" indent="0">
              <a:buNone/>
              <a:defRPr sz="2658"/>
            </a:lvl8pPr>
            <a:lvl9pPr marL="9720072" indent="0">
              <a:buNone/>
              <a:defRPr sz="2658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D8D15-D6D2-46C3-8867-6B582FDB92E4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57FCD-09AA-48F0-BB58-339B4A63EE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404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D8D15-D6D2-46C3-8867-6B582FDB92E4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57FCD-09AA-48F0-BB58-339B4A63EE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01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389591" y="2300034"/>
            <a:ext cx="5239658" cy="366105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0617" y="2300034"/>
            <a:ext cx="15415226" cy="366105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D8D15-D6D2-46C3-8867-6B582FDB92E4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57FCD-09AA-48F0-BB58-339B4A63EE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5467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0616" y="2300044"/>
            <a:ext cx="20958632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0616" y="11500170"/>
            <a:ext cx="20958632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0616" y="40040601"/>
            <a:ext cx="5467469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CD8D15-D6D2-46C3-8867-6B582FDB92E4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9330" y="40040601"/>
            <a:ext cx="8201204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161778" y="40040601"/>
            <a:ext cx="5467469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757FCD-09AA-48F0-BB58-339B4A63EE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61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430018" rtl="0" eaLnBrk="1" latinLnBrk="1" hangingPunct="1">
        <a:lnSpc>
          <a:spcPct val="90000"/>
        </a:lnSpc>
        <a:spcBef>
          <a:spcPct val="0"/>
        </a:spcBef>
        <a:buNone/>
        <a:defRPr sz="11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7505" indent="-607505" algn="l" defTabSz="2430018" rtl="0" eaLnBrk="1" latinLnBrk="1" hangingPunct="1">
        <a:lnSpc>
          <a:spcPct val="90000"/>
        </a:lnSpc>
        <a:spcBef>
          <a:spcPts val="2658"/>
        </a:spcBef>
        <a:buFont typeface="Arial" panose="020B0604020202020204" pitchFamily="34" charset="0"/>
        <a:buChar char="•"/>
        <a:defRPr sz="7441" kern="1200">
          <a:solidFill>
            <a:schemeClr val="tx1"/>
          </a:solidFill>
          <a:latin typeface="+mn-lt"/>
          <a:ea typeface="+mn-ea"/>
          <a:cs typeface="+mn-cs"/>
        </a:defRPr>
      </a:lvl1pPr>
      <a:lvl2pPr marL="1822514" indent="-607505" algn="l" defTabSz="2430018" rtl="0" eaLnBrk="1" latinLnBrk="1" hangingPunct="1">
        <a:lnSpc>
          <a:spcPct val="90000"/>
        </a:lnSpc>
        <a:spcBef>
          <a:spcPts val="1329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037523" indent="-607505" algn="l" defTabSz="2430018" rtl="0" eaLnBrk="1" latinLnBrk="1" hangingPunct="1">
        <a:lnSpc>
          <a:spcPct val="90000"/>
        </a:lnSpc>
        <a:spcBef>
          <a:spcPts val="1329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3pPr>
      <a:lvl4pPr marL="4252532" indent="-607505" algn="l" defTabSz="2430018" rtl="0" eaLnBrk="1" latinLnBrk="1" hangingPunct="1">
        <a:lnSpc>
          <a:spcPct val="90000"/>
        </a:lnSpc>
        <a:spcBef>
          <a:spcPts val="1329"/>
        </a:spcBef>
        <a:buFont typeface="Arial" panose="020B0604020202020204" pitchFamily="34" charset="0"/>
        <a:buChar char="•"/>
        <a:defRPr sz="4784" kern="1200">
          <a:solidFill>
            <a:schemeClr val="tx1"/>
          </a:solidFill>
          <a:latin typeface="+mn-lt"/>
          <a:ea typeface="+mn-ea"/>
          <a:cs typeface="+mn-cs"/>
        </a:defRPr>
      </a:lvl4pPr>
      <a:lvl5pPr marL="5467541" indent="-607505" algn="l" defTabSz="2430018" rtl="0" eaLnBrk="1" latinLnBrk="1" hangingPunct="1">
        <a:lnSpc>
          <a:spcPct val="90000"/>
        </a:lnSpc>
        <a:spcBef>
          <a:spcPts val="1329"/>
        </a:spcBef>
        <a:buFont typeface="Arial" panose="020B0604020202020204" pitchFamily="34" charset="0"/>
        <a:buChar char="•"/>
        <a:defRPr sz="4784" kern="1200">
          <a:solidFill>
            <a:schemeClr val="tx1"/>
          </a:solidFill>
          <a:latin typeface="+mn-lt"/>
          <a:ea typeface="+mn-ea"/>
          <a:cs typeface="+mn-cs"/>
        </a:defRPr>
      </a:lvl5pPr>
      <a:lvl6pPr marL="6682550" indent="-607505" algn="l" defTabSz="2430018" rtl="0" eaLnBrk="1" latinLnBrk="1" hangingPunct="1">
        <a:lnSpc>
          <a:spcPct val="90000"/>
        </a:lnSpc>
        <a:spcBef>
          <a:spcPts val="1329"/>
        </a:spcBef>
        <a:buFont typeface="Arial" panose="020B0604020202020204" pitchFamily="34" charset="0"/>
        <a:buChar char="•"/>
        <a:defRPr sz="4784" kern="1200">
          <a:solidFill>
            <a:schemeClr val="tx1"/>
          </a:solidFill>
          <a:latin typeface="+mn-lt"/>
          <a:ea typeface="+mn-ea"/>
          <a:cs typeface="+mn-cs"/>
        </a:defRPr>
      </a:lvl6pPr>
      <a:lvl7pPr marL="7897559" indent="-607505" algn="l" defTabSz="2430018" rtl="0" eaLnBrk="1" latinLnBrk="1" hangingPunct="1">
        <a:lnSpc>
          <a:spcPct val="90000"/>
        </a:lnSpc>
        <a:spcBef>
          <a:spcPts val="1329"/>
        </a:spcBef>
        <a:buFont typeface="Arial" panose="020B0604020202020204" pitchFamily="34" charset="0"/>
        <a:buChar char="•"/>
        <a:defRPr sz="4784" kern="1200">
          <a:solidFill>
            <a:schemeClr val="tx1"/>
          </a:solidFill>
          <a:latin typeface="+mn-lt"/>
          <a:ea typeface="+mn-ea"/>
          <a:cs typeface="+mn-cs"/>
        </a:defRPr>
      </a:lvl7pPr>
      <a:lvl8pPr marL="9112568" indent="-607505" algn="l" defTabSz="2430018" rtl="0" eaLnBrk="1" latinLnBrk="1" hangingPunct="1">
        <a:lnSpc>
          <a:spcPct val="90000"/>
        </a:lnSpc>
        <a:spcBef>
          <a:spcPts val="1329"/>
        </a:spcBef>
        <a:buFont typeface="Arial" panose="020B0604020202020204" pitchFamily="34" charset="0"/>
        <a:buChar char="•"/>
        <a:defRPr sz="4784" kern="1200">
          <a:solidFill>
            <a:schemeClr val="tx1"/>
          </a:solidFill>
          <a:latin typeface="+mn-lt"/>
          <a:ea typeface="+mn-ea"/>
          <a:cs typeface="+mn-cs"/>
        </a:defRPr>
      </a:lvl8pPr>
      <a:lvl9pPr marL="10327577" indent="-607505" algn="l" defTabSz="2430018" rtl="0" eaLnBrk="1" latinLnBrk="1" hangingPunct="1">
        <a:lnSpc>
          <a:spcPct val="90000"/>
        </a:lnSpc>
        <a:spcBef>
          <a:spcPts val="1329"/>
        </a:spcBef>
        <a:buFont typeface="Arial" panose="020B0604020202020204" pitchFamily="34" charset="0"/>
        <a:buChar char="•"/>
        <a:defRPr sz="47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0018" rtl="0" eaLnBrk="1" latinLnBrk="1" hangingPunct="1">
        <a:defRPr sz="4784" kern="1200">
          <a:solidFill>
            <a:schemeClr val="tx1"/>
          </a:solidFill>
          <a:latin typeface="+mn-lt"/>
          <a:ea typeface="+mn-ea"/>
          <a:cs typeface="+mn-cs"/>
        </a:defRPr>
      </a:lvl1pPr>
      <a:lvl2pPr marL="1215009" algn="l" defTabSz="2430018" rtl="0" eaLnBrk="1" latinLnBrk="1" hangingPunct="1">
        <a:defRPr sz="4784" kern="1200">
          <a:solidFill>
            <a:schemeClr val="tx1"/>
          </a:solidFill>
          <a:latin typeface="+mn-lt"/>
          <a:ea typeface="+mn-ea"/>
          <a:cs typeface="+mn-cs"/>
        </a:defRPr>
      </a:lvl2pPr>
      <a:lvl3pPr marL="2430018" algn="l" defTabSz="2430018" rtl="0" eaLnBrk="1" latinLnBrk="1" hangingPunct="1">
        <a:defRPr sz="4784" kern="1200">
          <a:solidFill>
            <a:schemeClr val="tx1"/>
          </a:solidFill>
          <a:latin typeface="+mn-lt"/>
          <a:ea typeface="+mn-ea"/>
          <a:cs typeface="+mn-cs"/>
        </a:defRPr>
      </a:lvl3pPr>
      <a:lvl4pPr marL="3645027" algn="l" defTabSz="2430018" rtl="0" eaLnBrk="1" latinLnBrk="1" hangingPunct="1">
        <a:defRPr sz="4784" kern="1200">
          <a:solidFill>
            <a:schemeClr val="tx1"/>
          </a:solidFill>
          <a:latin typeface="+mn-lt"/>
          <a:ea typeface="+mn-ea"/>
          <a:cs typeface="+mn-cs"/>
        </a:defRPr>
      </a:lvl4pPr>
      <a:lvl5pPr marL="4860036" algn="l" defTabSz="2430018" rtl="0" eaLnBrk="1" latinLnBrk="1" hangingPunct="1">
        <a:defRPr sz="4784" kern="1200">
          <a:solidFill>
            <a:schemeClr val="tx1"/>
          </a:solidFill>
          <a:latin typeface="+mn-lt"/>
          <a:ea typeface="+mn-ea"/>
          <a:cs typeface="+mn-cs"/>
        </a:defRPr>
      </a:lvl5pPr>
      <a:lvl6pPr marL="6075045" algn="l" defTabSz="2430018" rtl="0" eaLnBrk="1" latinLnBrk="1" hangingPunct="1">
        <a:defRPr sz="4784" kern="1200">
          <a:solidFill>
            <a:schemeClr val="tx1"/>
          </a:solidFill>
          <a:latin typeface="+mn-lt"/>
          <a:ea typeface="+mn-ea"/>
          <a:cs typeface="+mn-cs"/>
        </a:defRPr>
      </a:lvl6pPr>
      <a:lvl7pPr marL="7290054" algn="l" defTabSz="2430018" rtl="0" eaLnBrk="1" latinLnBrk="1" hangingPunct="1">
        <a:defRPr sz="4784" kern="1200">
          <a:solidFill>
            <a:schemeClr val="tx1"/>
          </a:solidFill>
          <a:latin typeface="+mn-lt"/>
          <a:ea typeface="+mn-ea"/>
          <a:cs typeface="+mn-cs"/>
        </a:defRPr>
      </a:lvl7pPr>
      <a:lvl8pPr marL="8505063" algn="l" defTabSz="2430018" rtl="0" eaLnBrk="1" latinLnBrk="1" hangingPunct="1">
        <a:defRPr sz="4784" kern="1200">
          <a:solidFill>
            <a:schemeClr val="tx1"/>
          </a:solidFill>
          <a:latin typeface="+mn-lt"/>
          <a:ea typeface="+mn-ea"/>
          <a:cs typeface="+mn-cs"/>
        </a:defRPr>
      </a:lvl8pPr>
      <a:lvl9pPr marL="9720072" algn="l" defTabSz="2430018" rtl="0" eaLnBrk="1" latinLnBrk="1" hangingPunct="1">
        <a:defRPr sz="47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1D21DD-C133-429E-A92B-8F0B388C89D0}"/>
              </a:ext>
            </a:extLst>
          </p:cNvPr>
          <p:cNvSpPr txBox="1"/>
          <p:nvPr/>
        </p:nvSpPr>
        <p:spPr>
          <a:xfrm>
            <a:off x="2072640" y="11521440"/>
            <a:ext cx="182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9F937F0-1110-406C-ADF2-18E81D290A43}"/>
              </a:ext>
            </a:extLst>
          </p:cNvPr>
          <p:cNvSpPr/>
          <p:nvPr/>
        </p:nvSpPr>
        <p:spPr>
          <a:xfrm>
            <a:off x="0" y="5544916"/>
            <a:ext cx="24299863" cy="619721"/>
          </a:xfrm>
          <a:prstGeom prst="rect">
            <a:avLst/>
          </a:prstGeom>
        </p:spPr>
        <p:txBody>
          <a:bodyPr wrap="square" lIns="100584" tIns="50292" rIns="100584" bIns="50292">
            <a:spAutoFit/>
          </a:bodyPr>
          <a:lstStyle/>
          <a:p>
            <a:pPr algn="ctr" defTabSz="4299966">
              <a:lnSpc>
                <a:spcPct val="115000"/>
              </a:lnSpc>
            </a:pPr>
            <a:r>
              <a:rPr lang="en-US" altLang="ko-KR" sz="3200" b="1" i="1" kern="1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Affiliations of author(s)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C2D376E-A314-4B27-B0E5-296C7D8A19F5}"/>
              </a:ext>
            </a:extLst>
          </p:cNvPr>
          <p:cNvSpPr/>
          <p:nvPr/>
        </p:nvSpPr>
        <p:spPr>
          <a:xfrm>
            <a:off x="3209838" y="1435913"/>
            <a:ext cx="17911235" cy="1024896"/>
          </a:xfrm>
          <a:prstGeom prst="rect">
            <a:avLst/>
          </a:prstGeom>
        </p:spPr>
        <p:txBody>
          <a:bodyPr wrap="square" lIns="100584" tIns="50292" rIns="100584" bIns="50292">
            <a:spAutoFit/>
          </a:bodyPr>
          <a:lstStyle/>
          <a:p>
            <a:pPr algn="ctr" defTabSz="4299966" latinLnBrk="1">
              <a:spcAft>
                <a:spcPts val="1100"/>
              </a:spcAft>
            </a:pPr>
            <a:r>
              <a:rPr lang="en-US" altLang="ko-KR" sz="6000" b="1" kern="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099DBEA-13D9-4AA8-B560-C222DAE11459}"/>
              </a:ext>
            </a:extLst>
          </p:cNvPr>
          <p:cNvSpPr/>
          <p:nvPr/>
        </p:nvSpPr>
        <p:spPr>
          <a:xfrm>
            <a:off x="0" y="3960740"/>
            <a:ext cx="24299863" cy="749244"/>
          </a:xfrm>
          <a:prstGeom prst="rect">
            <a:avLst/>
          </a:prstGeom>
        </p:spPr>
        <p:txBody>
          <a:bodyPr wrap="square" lIns="100584" tIns="50292" rIns="100584" bIns="50292">
            <a:spAutoFit/>
          </a:bodyPr>
          <a:lstStyle/>
          <a:p>
            <a:pPr algn="ctr" defTabSz="4299966" latinLnBrk="1">
              <a:lnSpc>
                <a:spcPct val="115000"/>
              </a:lnSpc>
              <a:spcAft>
                <a:spcPts val="1100"/>
              </a:spcAft>
            </a:pPr>
            <a:r>
              <a:rPr lang="en-US" altLang="ko-KR" sz="4000" b="1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Author(s)</a:t>
            </a:r>
            <a:endParaRPr lang="en-US" altLang="ko-KR" sz="4000" b="1" kern="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모서리가 둥근 직사각형 34">
            <a:extLst>
              <a:ext uri="{FF2B5EF4-FFF2-40B4-BE49-F238E27FC236}">
                <a16:creationId xmlns:a16="http://schemas.microsoft.com/office/drawing/2014/main" id="{BD891AEB-8FFC-4F30-B6CF-A7D16EAC1394}"/>
              </a:ext>
            </a:extLst>
          </p:cNvPr>
          <p:cNvSpPr/>
          <p:nvPr/>
        </p:nvSpPr>
        <p:spPr bwMode="auto">
          <a:xfrm>
            <a:off x="327438" y="6999569"/>
            <a:ext cx="23644985" cy="35688473"/>
          </a:xfrm>
          <a:prstGeom prst="roundRect">
            <a:avLst>
              <a:gd name="adj" fmla="val 9267"/>
            </a:avLst>
          </a:prstGeom>
          <a:solidFill>
            <a:sysClr val="window" lastClr="FFFFFF">
              <a:lumMod val="95000"/>
            </a:sys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lIns="100584" tIns="50292" rIns="100584" bIns="50292"/>
          <a:lstStyle/>
          <a:p>
            <a:pPr marL="0" marR="0" lvl="0" indent="0" defTabSz="452628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86D377-40F6-44C4-BA4A-FC71E08F3FB3}"/>
              </a:ext>
            </a:extLst>
          </p:cNvPr>
          <p:cNvSpPr txBox="1"/>
          <p:nvPr/>
        </p:nvSpPr>
        <p:spPr>
          <a:xfrm>
            <a:off x="1013861" y="11706106"/>
            <a:ext cx="22775682" cy="1505027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4800" b="1" dirty="0">
                <a:latin typeface="+mj-lt"/>
              </a:rPr>
              <a:t>9:16 ratio of Digital Poster Portrait Template</a:t>
            </a:r>
            <a:br>
              <a:rPr lang="en-US" sz="4800" dirty="0">
                <a:latin typeface="+mj-lt"/>
              </a:rPr>
            </a:br>
            <a:br>
              <a:rPr lang="en-US" sz="4800" dirty="0">
                <a:latin typeface="+mj-lt"/>
              </a:rPr>
            </a:br>
            <a:r>
              <a:rPr lang="en-US" sz="4800" dirty="0">
                <a:latin typeface="+mj-lt"/>
              </a:rPr>
              <a:t>This template has been designed to show clearly within the digital poster screen and app that will be used for the Conference.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br>
              <a:rPr lang="en-US" sz="4800" dirty="0">
                <a:latin typeface="+mj-lt"/>
              </a:rPr>
            </a:br>
            <a:r>
              <a:rPr lang="en-US" sz="4800" dirty="0">
                <a:latin typeface="+mj-lt"/>
              </a:rPr>
              <a:t>Please clear all text and objects on this template before designing your poster.</a:t>
            </a:r>
          </a:p>
          <a:p>
            <a:pPr>
              <a:spcAft>
                <a:spcPts val="600"/>
              </a:spcAft>
            </a:pPr>
            <a:r>
              <a:rPr lang="en-US" altLang="ko-KR" sz="4800" dirty="0">
                <a:latin typeface="+mj-lt"/>
              </a:rPr>
              <a:t>Your poster should include the following sections: Introduction, Materials &amp; Methods, Results, and Conclusion.</a:t>
            </a:r>
            <a:endParaRPr lang="en-US" sz="48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US" sz="48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AU" sz="4800" dirty="0">
                <a:latin typeface="+mj-lt"/>
              </a:rPr>
              <a:t>We recommend you use standard system fonts such as Calibri, Verdana, Times New Roman, or Arial.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AU" sz="48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AU" sz="4800" b="1" dirty="0">
                <a:latin typeface="+mj-lt"/>
              </a:rPr>
              <a:t>Recommended font sizes: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AU" sz="4800" b="1" dirty="0">
                <a:latin typeface="+mj-lt"/>
              </a:rPr>
              <a:t>48-60pt for Titles/Headings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AU" sz="4800" b="1" dirty="0">
                <a:latin typeface="+mj-lt"/>
              </a:rPr>
              <a:t>24-30pt for Text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AU" sz="4800" dirty="0">
              <a:latin typeface="+mj-lt"/>
            </a:endParaRPr>
          </a:p>
          <a:p>
            <a:pPr>
              <a:spcAft>
                <a:spcPts val="600"/>
              </a:spcAft>
            </a:pPr>
            <a:r>
              <a:rPr lang="en-US" sz="4800" dirty="0">
                <a:latin typeface="+mj-lt"/>
              </a:rPr>
              <a:t>You are limited to 1 slide within your digital poster.</a:t>
            </a:r>
          </a:p>
          <a:p>
            <a:pPr>
              <a:spcAft>
                <a:spcPts val="600"/>
              </a:spcAft>
            </a:pPr>
            <a:endParaRPr lang="en-US" sz="4800" dirty="0">
              <a:latin typeface="+mj-lt"/>
            </a:endParaRPr>
          </a:p>
          <a:p>
            <a:pPr>
              <a:spcAft>
                <a:spcPts val="600"/>
              </a:spcAft>
            </a:pPr>
            <a:r>
              <a:rPr lang="en-US" sz="4800" dirty="0">
                <a:latin typeface="+mj-lt"/>
              </a:rPr>
              <a:t>Format should be submitted in PDF only.</a:t>
            </a:r>
            <a:endParaRPr lang="en-AU" sz="4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84889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8C961F75-9CB4-881E-6420-971048659469}"/>
              </a:ext>
            </a:extLst>
          </p:cNvPr>
          <p:cNvSpPr/>
          <p:nvPr/>
        </p:nvSpPr>
        <p:spPr>
          <a:xfrm>
            <a:off x="0" y="5544916"/>
            <a:ext cx="24299863" cy="1188787"/>
          </a:xfrm>
          <a:prstGeom prst="rect">
            <a:avLst/>
          </a:prstGeom>
        </p:spPr>
        <p:txBody>
          <a:bodyPr wrap="square" lIns="100584" tIns="50292" rIns="100584" bIns="50292">
            <a:spAutoFit/>
          </a:bodyPr>
          <a:lstStyle/>
          <a:p>
            <a:pPr algn="ctr" defTabSz="4299966">
              <a:lnSpc>
                <a:spcPct val="115000"/>
              </a:lnSpc>
            </a:pPr>
            <a:r>
              <a:rPr lang="en-US" altLang="ko-KR" sz="3200" b="1" i="1" kern="1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Proton Therapy Center, National Cancer Center, Goyang, Korea </a:t>
            </a:r>
            <a:r>
              <a:rPr lang="en-US" altLang="ko-KR" sz="3200" b="1" i="1" kern="1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ko-KR" sz="3200" b="1" i="1" kern="1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algn="ctr" defTabSz="4299966">
              <a:lnSpc>
                <a:spcPct val="115000"/>
              </a:lnSpc>
            </a:pPr>
            <a:r>
              <a:rPr lang="en-US" altLang="ko-KR" sz="3200" b="1" i="1" kern="1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Radiation Oncology, Chosun University Hospital, Gwangju, Korea </a:t>
            </a:r>
            <a:r>
              <a:rPr lang="en-US" altLang="ko-KR" sz="3200" b="1" i="1" kern="1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altLang="ko-KR" sz="3200" b="1" i="1" kern="1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F6DED73-3E29-6825-C0BA-D0DDC879D451}"/>
              </a:ext>
            </a:extLst>
          </p:cNvPr>
          <p:cNvSpPr/>
          <p:nvPr/>
        </p:nvSpPr>
        <p:spPr>
          <a:xfrm>
            <a:off x="3209838" y="1435913"/>
            <a:ext cx="17911235" cy="2089290"/>
          </a:xfrm>
          <a:prstGeom prst="rect">
            <a:avLst/>
          </a:prstGeom>
        </p:spPr>
        <p:txBody>
          <a:bodyPr wrap="square" lIns="100584" tIns="50292" rIns="100584" bIns="50292">
            <a:spAutoFit/>
          </a:bodyPr>
          <a:lstStyle/>
          <a:p>
            <a:pPr algn="ctr" defTabSz="4299966" latinLnBrk="1">
              <a:spcAft>
                <a:spcPts val="1100"/>
              </a:spcAft>
            </a:pPr>
            <a:r>
              <a:rPr lang="en-US" altLang="ko-KR" sz="6000" b="1" kern="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Dosimetric evaluation of an endorectal balloon </a:t>
            </a:r>
          </a:p>
          <a:p>
            <a:pPr algn="ctr" defTabSz="4299966" latinLnBrk="1">
              <a:spcAft>
                <a:spcPts val="1100"/>
              </a:spcAft>
            </a:pPr>
            <a:r>
              <a:rPr lang="en-US" altLang="ko-KR" sz="6000" b="1" kern="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with </a:t>
            </a:r>
            <a:r>
              <a:rPr lang="en-US" altLang="ko-KR" sz="6000" b="1" kern="0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radiochromic</a:t>
            </a:r>
            <a:r>
              <a:rPr lang="en-US" altLang="ko-KR" sz="6000" b="1" kern="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…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7FFA317-519F-CCCB-829C-ADDDE4F65908}"/>
              </a:ext>
            </a:extLst>
          </p:cNvPr>
          <p:cNvSpPr/>
          <p:nvPr/>
        </p:nvSpPr>
        <p:spPr>
          <a:xfrm>
            <a:off x="0" y="3960740"/>
            <a:ext cx="24299863" cy="1598194"/>
          </a:xfrm>
          <a:prstGeom prst="rect">
            <a:avLst/>
          </a:prstGeom>
        </p:spPr>
        <p:txBody>
          <a:bodyPr wrap="square" lIns="100584" tIns="50292" rIns="100584" bIns="50292">
            <a:spAutoFit/>
          </a:bodyPr>
          <a:lstStyle/>
          <a:p>
            <a:pPr algn="ctr" defTabSz="4299966" latinLnBrk="1">
              <a:lnSpc>
                <a:spcPct val="115000"/>
              </a:lnSpc>
              <a:spcAft>
                <a:spcPts val="1100"/>
              </a:spcAft>
            </a:pPr>
            <a:r>
              <a:rPr lang="en-US" altLang="ko-KR" sz="4000" b="1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Young Goh</a:t>
            </a:r>
            <a:r>
              <a:rPr lang="en-US" altLang="ko-KR" sz="4000" b="1" kern="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ko-KR" sz="4000" b="1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ko-KR" sz="4000" b="1" kern="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Soonki</a:t>
            </a:r>
            <a:r>
              <a:rPr lang="en-US" altLang="ko-KR" sz="4000" b="1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Min</a:t>
            </a:r>
            <a:r>
              <a:rPr lang="en-US" altLang="ko-KR" sz="4000" b="1" kern="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4000" b="1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Se Byeong Lee</a:t>
            </a:r>
            <a:r>
              <a:rPr lang="en-US" altLang="ko-KR" sz="4000" b="1" kern="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ko-KR" sz="4000" b="1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ko-KR" sz="4000" b="1" kern="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Dongho</a:t>
            </a:r>
            <a:r>
              <a:rPr lang="en-US" altLang="ko-KR" sz="4000" b="1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Shin</a:t>
            </a:r>
            <a:r>
              <a:rPr lang="en-US" altLang="ko-KR" sz="4000" b="1" kern="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ko-KR" sz="4000" b="1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Joo-Young Kim</a:t>
            </a:r>
            <a:r>
              <a:rPr lang="en-US" altLang="ko-KR" sz="4000" b="1" kern="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ko-KR" sz="4000" b="1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 algn="ctr" defTabSz="4299966" latinLnBrk="1">
              <a:lnSpc>
                <a:spcPct val="115000"/>
              </a:lnSpc>
              <a:spcAft>
                <a:spcPts val="1100"/>
              </a:spcAft>
            </a:pPr>
            <a:r>
              <a:rPr lang="en-US" altLang="ko-KR" sz="4000" b="1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Dae Yong Kim</a:t>
            </a:r>
            <a:r>
              <a:rPr lang="en-US" altLang="ko-KR" sz="4000" b="1" kern="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ko-KR" sz="4000" b="1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Young-Kyung Lim</a:t>
            </a:r>
            <a:r>
              <a:rPr lang="en-US" altLang="ko-KR" sz="4000" b="1" kern="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" name="모서리가 둥근 직사각형 34">
            <a:extLst>
              <a:ext uri="{FF2B5EF4-FFF2-40B4-BE49-F238E27FC236}">
                <a16:creationId xmlns:a16="http://schemas.microsoft.com/office/drawing/2014/main" id="{FD8A8C5C-1BC2-8204-9875-3547938673ED}"/>
              </a:ext>
            </a:extLst>
          </p:cNvPr>
          <p:cNvSpPr/>
          <p:nvPr/>
        </p:nvSpPr>
        <p:spPr bwMode="auto">
          <a:xfrm>
            <a:off x="365760" y="38618241"/>
            <a:ext cx="23599392" cy="3594329"/>
          </a:xfrm>
          <a:prstGeom prst="roundRect">
            <a:avLst>
              <a:gd name="adj" fmla="val 9267"/>
            </a:avLst>
          </a:prstGeom>
          <a:solidFill>
            <a:sysClr val="window" lastClr="FFFFFF">
              <a:lumMod val="95000"/>
            </a:sys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lIns="100584" tIns="50292" rIns="100584" bIns="50292"/>
          <a:lstStyle/>
          <a:p>
            <a:pPr marL="0" marR="0" lvl="0" indent="0" defTabSz="452628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모서리가 둥근 직사각형 34">
            <a:extLst>
              <a:ext uri="{FF2B5EF4-FFF2-40B4-BE49-F238E27FC236}">
                <a16:creationId xmlns:a16="http://schemas.microsoft.com/office/drawing/2014/main" id="{3A5E5A0A-F023-B81E-E371-D0CD3B16A896}"/>
              </a:ext>
            </a:extLst>
          </p:cNvPr>
          <p:cNvSpPr/>
          <p:nvPr/>
        </p:nvSpPr>
        <p:spPr bwMode="auto">
          <a:xfrm>
            <a:off x="12326122" y="13175809"/>
            <a:ext cx="11639030" cy="24217917"/>
          </a:xfrm>
          <a:prstGeom prst="roundRect">
            <a:avLst>
              <a:gd name="adj" fmla="val 4669"/>
            </a:avLst>
          </a:prstGeom>
          <a:solidFill>
            <a:sysClr val="window" lastClr="FFFFFF">
              <a:lumMod val="95000"/>
            </a:sys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lIns="100584" tIns="50292" rIns="100584" bIns="50292"/>
          <a:lstStyle/>
          <a:p>
            <a:pPr marL="0" marR="0" lvl="0" indent="0" defTabSz="452628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모서리가 둥근 직사각형 34">
            <a:extLst>
              <a:ext uri="{FF2B5EF4-FFF2-40B4-BE49-F238E27FC236}">
                <a16:creationId xmlns:a16="http://schemas.microsoft.com/office/drawing/2014/main" id="{E7D41481-4B42-2BEF-D2C9-AD4C5F44C9CE}"/>
              </a:ext>
            </a:extLst>
          </p:cNvPr>
          <p:cNvSpPr/>
          <p:nvPr/>
        </p:nvSpPr>
        <p:spPr bwMode="auto">
          <a:xfrm>
            <a:off x="365760" y="13175809"/>
            <a:ext cx="11639030" cy="24217917"/>
          </a:xfrm>
          <a:prstGeom prst="roundRect">
            <a:avLst>
              <a:gd name="adj" fmla="val 4669"/>
            </a:avLst>
          </a:prstGeom>
          <a:solidFill>
            <a:sysClr val="window" lastClr="FFFFFF">
              <a:lumMod val="95000"/>
            </a:sys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lIns="100584" tIns="50292" rIns="100584" bIns="50292"/>
          <a:lstStyle/>
          <a:p>
            <a:pPr marL="0" marR="0" lvl="0" indent="0" defTabSz="452628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모서리가 둥근 직사각형 34">
            <a:extLst>
              <a:ext uri="{FF2B5EF4-FFF2-40B4-BE49-F238E27FC236}">
                <a16:creationId xmlns:a16="http://schemas.microsoft.com/office/drawing/2014/main" id="{2702ACAD-DA22-09F8-6336-92ABF9F6EC43}"/>
              </a:ext>
            </a:extLst>
          </p:cNvPr>
          <p:cNvSpPr/>
          <p:nvPr/>
        </p:nvSpPr>
        <p:spPr bwMode="auto">
          <a:xfrm>
            <a:off x="320167" y="8551375"/>
            <a:ext cx="23644985" cy="4153308"/>
          </a:xfrm>
          <a:prstGeom prst="roundRect">
            <a:avLst>
              <a:gd name="adj" fmla="val 9267"/>
            </a:avLst>
          </a:prstGeom>
          <a:solidFill>
            <a:sysClr val="window" lastClr="FFFFFF">
              <a:lumMod val="95000"/>
            </a:sys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lIns="100584" tIns="50292" rIns="100584" bIns="50292"/>
          <a:lstStyle/>
          <a:p>
            <a:pPr marL="0" marR="0" lvl="0" indent="0" defTabSz="452628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190C24CA-1B14-334F-61B4-47474B394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167" y="7699580"/>
            <a:ext cx="4481422" cy="855443"/>
          </a:xfrm>
          <a:prstGeom prst="rect">
            <a:avLst/>
          </a:prstGeom>
          <a:noFill/>
          <a:ln>
            <a:noFill/>
          </a:ln>
          <a:effectLst/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5650" tIns="57825" rIns="115650" bIns="57825" anchor="ctr">
            <a:spAutoFit/>
          </a:bodyPr>
          <a:lstStyle>
            <a:lvl1pPr marL="349250" indent="-349250" defTabSz="1050925" eaLnBrk="0" hangingPunct="0">
              <a:spcBef>
                <a:spcPct val="20000"/>
              </a:spcBef>
              <a:buChar char="•"/>
              <a:defRPr kumimoji="1" sz="1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050925" eaLnBrk="0" hangingPunct="0">
              <a:spcBef>
                <a:spcPct val="20000"/>
              </a:spcBef>
              <a:buChar char="–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050925" eaLnBrk="0" hangingPunct="0">
              <a:spcBef>
                <a:spcPct val="20000"/>
              </a:spcBef>
              <a:buChar char="•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050925" eaLnBrk="0" hangingPunct="0">
              <a:spcBef>
                <a:spcPct val="20000"/>
              </a:spcBef>
              <a:buChar char="–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050925" eaLnBrk="0" hangingPunct="0">
              <a:spcBef>
                <a:spcPct val="20000"/>
              </a:spcBef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0509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0509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0509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0509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1" hangingPunct="1">
              <a:spcBef>
                <a:spcPct val="0"/>
              </a:spcBef>
              <a:buFontTx/>
              <a:buNone/>
            </a:pPr>
            <a:r>
              <a:rPr lang="en-US" altLang="ko-KR" sz="4800" b="1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  ABSTRACT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58EA3A6-CC85-6925-D2AF-A6353BDA3985}"/>
              </a:ext>
            </a:extLst>
          </p:cNvPr>
          <p:cNvSpPr/>
          <p:nvPr/>
        </p:nvSpPr>
        <p:spPr>
          <a:xfrm>
            <a:off x="334711" y="8769307"/>
            <a:ext cx="23348617" cy="563231"/>
          </a:xfrm>
          <a:prstGeom prst="rect">
            <a:avLst/>
          </a:prstGeom>
        </p:spPr>
        <p:txBody>
          <a:bodyPr wrap="square" lIns="100584" tIns="50292" rIns="100584" bIns="50292">
            <a:spAutoFit/>
          </a:bodyPr>
          <a:lstStyle/>
          <a:p>
            <a:pPr algn="just" defTabSz="4299966" latinLnBrk="1"/>
            <a:r>
              <a:rPr lang="en-US" altLang="ko-KR" sz="3000" b="1" spc="-6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Two-dimensional (2D) in vivo rectal dosimetry using an endorectal balloon (ERB) with an </a:t>
            </a:r>
            <a:r>
              <a:rPr lang="en-US" altLang="ko-KR" sz="3000" b="1" spc="-6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unfoldable</a:t>
            </a:r>
            <a:endParaRPr lang="en-US" altLang="ko-KR" sz="3000" b="1" spc="-3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EB43C97-9AC6-C5BC-9617-212224B0C85A}"/>
              </a:ext>
            </a:extLst>
          </p:cNvPr>
          <p:cNvSpPr/>
          <p:nvPr/>
        </p:nvSpPr>
        <p:spPr>
          <a:xfrm>
            <a:off x="585249" y="38968068"/>
            <a:ext cx="23183743" cy="1209562"/>
          </a:xfrm>
          <a:prstGeom prst="rect">
            <a:avLst/>
          </a:prstGeom>
        </p:spPr>
        <p:txBody>
          <a:bodyPr wrap="square" lIns="100584" tIns="50292" rIns="100584" bIns="50292">
            <a:spAutoFit/>
          </a:bodyPr>
          <a:lstStyle/>
          <a:p>
            <a:pPr algn="just" defTabSz="4299966" latinLnBrk="1"/>
            <a:r>
              <a:rPr lang="en-US" altLang="ko-KR" sz="36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2D </a:t>
            </a:r>
            <a:r>
              <a:rPr lang="en-US" altLang="ko-KR" sz="3600" b="1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vivo </a:t>
            </a:r>
            <a:r>
              <a:rPr lang="en-US" altLang="ko-KR" sz="36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rectal dosimetry using an ERB with an unfoldable EBT3 film is effective and valuable, and will be applicable for HDR brachytherapy for cervical cancer.</a:t>
            </a:r>
            <a:endParaRPr lang="ko-KR" altLang="en-US" sz="3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AF2B6E7E-A05A-0268-6E52-C15E965EE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770" y="13571875"/>
            <a:ext cx="4912115" cy="855443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5650" tIns="57825" rIns="115650" bIns="57825" anchor="ctr">
            <a:spAutoFit/>
          </a:bodyPr>
          <a:lstStyle>
            <a:lvl1pPr marL="349250" indent="-349250" defTabSz="1050925" eaLnBrk="0" hangingPunct="0">
              <a:spcBef>
                <a:spcPct val="20000"/>
              </a:spcBef>
              <a:buChar char="•"/>
              <a:defRPr kumimoji="1" sz="1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050925" eaLnBrk="0" hangingPunct="0">
              <a:spcBef>
                <a:spcPct val="20000"/>
              </a:spcBef>
              <a:buChar char="–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050925" eaLnBrk="0" hangingPunct="0">
              <a:spcBef>
                <a:spcPct val="20000"/>
              </a:spcBef>
              <a:buChar char="•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050925" eaLnBrk="0" hangingPunct="0">
              <a:spcBef>
                <a:spcPct val="20000"/>
              </a:spcBef>
              <a:buChar char="–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050925" eaLnBrk="0" hangingPunct="0">
              <a:spcBef>
                <a:spcPct val="20000"/>
              </a:spcBef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0509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0509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0509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0509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1" hangingPunct="1">
              <a:spcBef>
                <a:spcPct val="0"/>
              </a:spcBef>
              <a:buFontTx/>
              <a:buNone/>
            </a:pPr>
            <a:r>
              <a:rPr lang="en-US" altLang="ko-KR" sz="4800" b="1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1. Introduction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EDFEF0E3-6D0E-0683-AD06-16F81D8C1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91" y="23075863"/>
            <a:ext cx="7507160" cy="855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650" tIns="57825" rIns="115650" bIns="57825" anchor="ctr">
            <a:spAutoFit/>
          </a:bodyPr>
          <a:lstStyle>
            <a:lvl1pPr marL="349250" indent="-349250" defTabSz="1050925" eaLnBrk="0" hangingPunct="0">
              <a:spcBef>
                <a:spcPct val="20000"/>
              </a:spcBef>
              <a:buChar char="•"/>
              <a:defRPr kumimoji="1" sz="1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050925" eaLnBrk="0" hangingPunct="0">
              <a:spcBef>
                <a:spcPct val="20000"/>
              </a:spcBef>
              <a:buChar char="–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050925" eaLnBrk="0" hangingPunct="0">
              <a:spcBef>
                <a:spcPct val="20000"/>
              </a:spcBef>
              <a:buChar char="•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050925" eaLnBrk="0" hangingPunct="0">
              <a:spcBef>
                <a:spcPct val="20000"/>
              </a:spcBef>
              <a:buChar char="–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050925" eaLnBrk="0" hangingPunct="0">
              <a:spcBef>
                <a:spcPct val="20000"/>
              </a:spcBef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0509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0509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0509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0509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1" hangingPunct="1">
              <a:spcBef>
                <a:spcPct val="0"/>
              </a:spcBef>
              <a:buFontTx/>
              <a:buNone/>
            </a:pPr>
            <a:r>
              <a:rPr lang="en-US" altLang="ko-KR" sz="4800" b="1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2. Materials &amp; Methods</a:t>
            </a: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D6E30C4E-67E0-ACA4-FC18-5CA3609C8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68829" y="13571875"/>
            <a:ext cx="3156902" cy="855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650" tIns="57825" rIns="115650" bIns="57825" anchor="ctr">
            <a:spAutoFit/>
          </a:bodyPr>
          <a:lstStyle>
            <a:lvl1pPr marL="349250" indent="-349250" defTabSz="1050925" eaLnBrk="0" hangingPunct="0">
              <a:spcBef>
                <a:spcPct val="20000"/>
              </a:spcBef>
              <a:buChar char="•"/>
              <a:defRPr kumimoji="1" sz="1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050925" eaLnBrk="0" hangingPunct="0">
              <a:spcBef>
                <a:spcPct val="20000"/>
              </a:spcBef>
              <a:buChar char="–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050925" eaLnBrk="0" hangingPunct="0">
              <a:spcBef>
                <a:spcPct val="20000"/>
              </a:spcBef>
              <a:buChar char="•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050925" eaLnBrk="0" hangingPunct="0">
              <a:spcBef>
                <a:spcPct val="20000"/>
              </a:spcBef>
              <a:buChar char="–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050925" eaLnBrk="0" hangingPunct="0">
              <a:spcBef>
                <a:spcPct val="20000"/>
              </a:spcBef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0509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0509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0509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0509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1" hangingPunct="1">
              <a:spcBef>
                <a:spcPct val="0"/>
              </a:spcBef>
              <a:buFontTx/>
              <a:buNone/>
            </a:pPr>
            <a:r>
              <a:rPr lang="en-US" altLang="ko-KR" sz="4800" b="1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3. Results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B58241-F50B-9009-C995-FF79EA4E1241}"/>
              </a:ext>
            </a:extLst>
          </p:cNvPr>
          <p:cNvSpPr txBox="1"/>
          <p:nvPr/>
        </p:nvSpPr>
        <p:spPr>
          <a:xfrm>
            <a:off x="767026" y="14617229"/>
            <a:ext cx="6557877" cy="594009"/>
          </a:xfrm>
          <a:prstGeom prst="rect">
            <a:avLst/>
          </a:prstGeom>
          <a:noFill/>
        </p:spPr>
        <p:txBody>
          <a:bodyPr wrap="none" lIns="100584" tIns="50292" rIns="100584" bIns="50292" rtlCol="0">
            <a:spAutoFit/>
          </a:bodyPr>
          <a:lstStyle/>
          <a:p>
            <a:pPr marL="457200" indent="-457200" defTabSz="4299966" latinLnBrk="1">
              <a:buFont typeface="Wingdings" panose="05000000000000000000" pitchFamily="2" charset="2"/>
              <a:buChar char="l"/>
            </a:pPr>
            <a:r>
              <a:rPr lang="en-US" altLang="ko-KR" sz="3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HDR brachytherapy for cervical cancer </a:t>
            </a:r>
            <a:endParaRPr lang="ko-KR" altLang="en-US" sz="32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E7EB7CCA-CA9F-5830-3447-A6A772684CF1}"/>
              </a:ext>
            </a:extLst>
          </p:cNvPr>
          <p:cNvSpPr txBox="1"/>
          <p:nvPr/>
        </p:nvSpPr>
        <p:spPr>
          <a:xfrm>
            <a:off x="730993" y="24016319"/>
            <a:ext cx="3260486" cy="594009"/>
          </a:xfrm>
          <a:prstGeom prst="rect">
            <a:avLst/>
          </a:prstGeom>
          <a:noFill/>
        </p:spPr>
        <p:txBody>
          <a:bodyPr wrap="none" lIns="100584" tIns="50292" rIns="100584" bIns="50292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ko-KR" sz="3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 selection  </a:t>
            </a:r>
            <a:endParaRPr lang="ko-KR" altLang="en-US" sz="32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8">
                <a:extLst>
                  <a:ext uri="{FF2B5EF4-FFF2-40B4-BE49-F238E27FC236}">
                    <a16:creationId xmlns:a16="http://schemas.microsoft.com/office/drawing/2014/main" id="{5D039805-41A5-681C-F1C1-5EE134621324}"/>
                  </a:ext>
                </a:extLst>
              </p:cNvPr>
              <p:cNvSpPr txBox="1"/>
              <p:nvPr/>
            </p:nvSpPr>
            <p:spPr>
              <a:xfrm>
                <a:off x="1215054" y="24638476"/>
                <a:ext cx="10383592" cy="2695225"/>
              </a:xfrm>
              <a:prstGeom prst="rect">
                <a:avLst/>
              </a:prstGeom>
              <a:noFill/>
            </p:spPr>
            <p:txBody>
              <a:bodyPr wrap="square" lIns="100584" tIns="50292" rIns="100584" bIns="50292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 algn="just">
                  <a:buFont typeface="Wingdings" pitchFamily="2" charset="2"/>
                  <a:buChar char="§"/>
                </a:pPr>
                <a:r>
                  <a:rPr lang="en-US" altLang="ko-KR" sz="2400" b="1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 patients with cervical cancer via MRI-guided intracavitary brachytherapy (ICR). </a:t>
                </a:r>
              </a:p>
              <a:p>
                <a:pPr marL="457200" indent="-457200" algn="just">
                  <a:buFont typeface="Wingdings" pitchFamily="2" charset="2"/>
                  <a:buChar char="§"/>
                </a:pPr>
                <a:r>
                  <a:rPr lang="en-US" altLang="ko-KR" sz="2400" b="1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 patients for Fletcher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ko-KR" sz="2400" b="1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𝟑𝟎</m:t>
                        </m:r>
                      </m:e>
                      <m:sup>
                        <m:r>
                          <a:rPr lang="en-US" altLang="ko-KR" sz="2400" b="1" i="1" smtClean="0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  <a:cs typeface="Arial" panose="020B0604020202020204" pitchFamily="34" charset="0"/>
                          </a:rPr>
                          <m:t>°</m:t>
                        </m:r>
                      </m:sup>
                    </m:sSup>
                    <m:r>
                      <a:rPr lang="en-US" altLang="ko-KR" sz="2400" b="1" i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, </m:t>
                    </m:r>
                    <m:r>
                      <a:rPr lang="en-US" altLang="ko-KR" sz="2400" b="1" i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𝟔</m:t>
                    </m:r>
                    <m:r>
                      <a:rPr lang="en-US" altLang="ko-KR" sz="2400" b="1" i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sz="2400" b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𝐜𝐦</m:t>
                    </m:r>
                  </m:oMath>
                </a14:m>
                <a:r>
                  <a:rPr lang="en-US" altLang="ko-KR" sz="2400" b="1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tandem, </a:t>
                </a:r>
                <a14:m>
                  <m:oMath xmlns:m="http://schemas.openxmlformats.org/officeDocument/2006/math">
                    <m:r>
                      <a:rPr lang="en-US" altLang="ko-KR" sz="2400" b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𝟐𝟎</m:t>
                    </m:r>
                    <m:r>
                      <a:rPr lang="en-US" altLang="ko-KR" sz="2400" b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sz="2400" b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𝐦𝐦</m:t>
                    </m:r>
                  </m:oMath>
                </a14:m>
                <a:r>
                  <a:rPr lang="en-US" altLang="ko-KR" sz="2400" b="1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ovoids) applicator and 10 patients for Ring (</a:t>
                </a:r>
                <a14:m>
                  <m:oMath xmlns:m="http://schemas.openxmlformats.org/officeDocument/2006/math">
                    <m:r>
                      <a:rPr lang="en-US" altLang="ko-KR" sz="2400" b="1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𝟔</m:t>
                    </m:r>
                    <m:r>
                      <a:rPr lang="en-US" altLang="ko-KR" sz="2400" b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sz="2400" b="1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𝐜𝐦</m:t>
                    </m:r>
                  </m:oMath>
                </a14:m>
                <a:r>
                  <a:rPr lang="en-US" altLang="ko-KR" sz="2400" b="1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tandem, </a:t>
                </a:r>
                <a14:m>
                  <m:oMath xmlns:m="http://schemas.openxmlformats.org/officeDocument/2006/math">
                    <m:r>
                      <a:rPr lang="en-US" altLang="ko-KR" sz="2400" b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𝟑</m:t>
                    </m:r>
                    <m:r>
                      <a:rPr lang="en-US" altLang="ko-KR" sz="2400" b="1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𝟎</m:t>
                    </m:r>
                    <m:r>
                      <a:rPr lang="en-US" altLang="ko-KR" sz="2400" b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sz="2400" b="1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𝐦𝐦</m:t>
                    </m:r>
                  </m:oMath>
                </a14:m>
                <a:r>
                  <a:rPr lang="en-US" altLang="ko-KR" sz="2400" b="1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ring) applicator</a:t>
                </a:r>
              </a:p>
              <a:p>
                <a:pPr marL="457200" indent="-457200" algn="just">
                  <a:buFont typeface="Wingdings" pitchFamily="2" charset="2"/>
                  <a:buChar char="§"/>
                </a:pPr>
                <a:r>
                  <a:rPr lang="en-US" altLang="ko-KR" sz="2400" b="1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All patients were prescribed with EBRT (50.4 Gy / 28 fx) + ICR (30 Gy / 6 fx)</a:t>
                </a:r>
              </a:p>
            </p:txBody>
          </p:sp>
        </mc:Choice>
        <mc:Fallback xmlns="">
          <p:sp>
            <p:nvSpPr>
              <p:cNvPr id="19" name="TextBox 8">
                <a:extLst>
                  <a:ext uri="{FF2B5EF4-FFF2-40B4-BE49-F238E27FC236}">
                    <a16:creationId xmlns:a16="http://schemas.microsoft.com/office/drawing/2014/main" id="{5D039805-41A5-681C-F1C1-5EE134621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054" y="24638476"/>
                <a:ext cx="10383592" cy="2695225"/>
              </a:xfrm>
              <a:prstGeom prst="rect">
                <a:avLst/>
              </a:prstGeom>
              <a:blipFill>
                <a:blip r:embed="rId2"/>
                <a:stretch>
                  <a:fillRect l="-704" t="-1584" r="-763" b="-407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직사각형 19">
            <a:extLst>
              <a:ext uri="{FF2B5EF4-FFF2-40B4-BE49-F238E27FC236}">
                <a16:creationId xmlns:a16="http://schemas.microsoft.com/office/drawing/2014/main" id="{F7677219-5FE8-D05C-77D2-00EBBE4EE1D5}"/>
              </a:ext>
            </a:extLst>
          </p:cNvPr>
          <p:cNvSpPr/>
          <p:nvPr/>
        </p:nvSpPr>
        <p:spPr>
          <a:xfrm>
            <a:off x="182880" y="42449509"/>
            <a:ext cx="23895807" cy="717119"/>
          </a:xfrm>
          <a:prstGeom prst="rect">
            <a:avLst/>
          </a:prstGeom>
        </p:spPr>
        <p:txBody>
          <a:bodyPr wrap="square" lIns="100584" tIns="50292" rIns="100584" bIns="50292">
            <a:spAutoFit/>
          </a:bodyPr>
          <a:lstStyle/>
          <a:p>
            <a:pPr algn="ctr" defTabSz="4299966" latinLnBrk="1"/>
            <a:r>
              <a:rPr lang="en-US" altLang="ko-KR" sz="4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AOCMP 2026, Pusan, Korea </a:t>
            </a:r>
            <a:endParaRPr lang="ko-KR" altLang="en-US" sz="4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BDEC19-1A5D-34FE-1BDF-4C688B5DE8A2}"/>
              </a:ext>
            </a:extLst>
          </p:cNvPr>
          <p:cNvSpPr txBox="1"/>
          <p:nvPr/>
        </p:nvSpPr>
        <p:spPr>
          <a:xfrm>
            <a:off x="12580566" y="14513262"/>
            <a:ext cx="8655767" cy="594009"/>
          </a:xfrm>
          <a:prstGeom prst="rect">
            <a:avLst/>
          </a:prstGeom>
          <a:noFill/>
        </p:spPr>
        <p:txBody>
          <a:bodyPr wrap="none" lIns="100584" tIns="50292" rIns="100584" bIns="50292" rtlCol="0">
            <a:spAutoFit/>
          </a:bodyPr>
          <a:lstStyle/>
          <a:p>
            <a:pPr marL="457200" indent="-457200" defTabSz="4299966" latinLnBrk="1">
              <a:buFont typeface="Wingdings" panose="05000000000000000000" pitchFamily="2" charset="2"/>
              <a:buChar char="l"/>
            </a:pPr>
            <a:r>
              <a:rPr lang="en-US" altLang="ko-KR" sz="3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Dose distributions &amp; Gamma evaluations</a:t>
            </a:r>
            <a:endParaRPr lang="ko-KR" altLang="en-US" sz="32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BA6E3A-029D-5ED0-F65C-6AD94221AA2B}"/>
              </a:ext>
            </a:extLst>
          </p:cNvPr>
          <p:cNvSpPr txBox="1"/>
          <p:nvPr/>
        </p:nvSpPr>
        <p:spPr>
          <a:xfrm>
            <a:off x="1215054" y="15241679"/>
            <a:ext cx="10383592" cy="2317558"/>
          </a:xfrm>
          <a:prstGeom prst="rect">
            <a:avLst/>
          </a:prstGeom>
          <a:noFill/>
        </p:spPr>
        <p:txBody>
          <a:bodyPr wrap="square" lIns="100584" tIns="50292" rIns="100584" bIns="50292" rtlCol="0">
            <a:spAutoFit/>
          </a:bodyPr>
          <a:lstStyle/>
          <a:p>
            <a:pPr marL="342900" indent="-342900" defTabSz="4299966" latinLnBrk="1">
              <a:buFont typeface="Wingdings" pitchFamily="2" charset="2"/>
              <a:buChar char="§"/>
            </a:pPr>
            <a:r>
              <a:rPr lang="en-US" altLang="ko-KR" sz="2400" b="1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High fraction size, e.g. 5 Gy/fraction or more</a:t>
            </a:r>
          </a:p>
          <a:p>
            <a:pPr marL="342900" indent="-342900" defTabSz="4299966" latinLnBrk="1">
              <a:buFont typeface="Wingdings" pitchFamily="2" charset="2"/>
              <a:buChar char="§"/>
            </a:pPr>
            <a:r>
              <a:rPr lang="en-US" altLang="ko-KR" sz="2400" b="1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Steep dose gradient</a:t>
            </a:r>
          </a:p>
          <a:p>
            <a:pPr marL="342900" indent="-342900" defTabSz="4299966" latinLnBrk="1">
              <a:buFont typeface="Wingdings" pitchFamily="2" charset="2"/>
              <a:buChar char="§"/>
            </a:pPr>
            <a:r>
              <a:rPr lang="en-US" altLang="ko-KR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Organs at risk (OAR) toxicity correlated to their volumetric dose, e.g. D(2 cm</a:t>
            </a:r>
            <a:r>
              <a:rPr lang="en-US" altLang="ko-KR" sz="2400" b="1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3</a:t>
            </a:r>
            <a:r>
              <a:rPr lang="en-US" altLang="ko-KR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)</a:t>
            </a:r>
          </a:p>
          <a:p>
            <a:pPr marL="342900" indent="-342900" defTabSz="4299966" latinLnBrk="1">
              <a:buFont typeface="Wingdings" pitchFamily="2" charset="2"/>
              <a:buChar char="§"/>
            </a:pPr>
            <a:r>
              <a:rPr lang="en-US" altLang="ko-KR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Lack of image-guidance</a:t>
            </a:r>
          </a:p>
          <a:p>
            <a:pPr marL="342900" indent="-342900" defTabSz="4299966" latinLnBrk="1">
              <a:buFont typeface="Wingdings" pitchFamily="2" charset="2"/>
              <a:buChar char="§"/>
            </a:pPr>
            <a:r>
              <a:rPr lang="en-US" altLang="ko-KR" sz="2400" b="1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Dose uncertainty due to applicator setup error, rectum and bladder variations, surrounding heterogeneous medium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D7852C-0228-8D49-DD8F-EEC6B628BEED}"/>
              </a:ext>
            </a:extLst>
          </p:cNvPr>
          <p:cNvSpPr txBox="1"/>
          <p:nvPr/>
        </p:nvSpPr>
        <p:spPr>
          <a:xfrm>
            <a:off x="1065316" y="18197482"/>
            <a:ext cx="10363466" cy="1209562"/>
          </a:xfrm>
          <a:prstGeom prst="rect">
            <a:avLst/>
          </a:prstGeom>
          <a:noFill/>
        </p:spPr>
        <p:txBody>
          <a:bodyPr wrap="square" lIns="100584" tIns="50292" rIns="100584" bIns="50292" rtlCol="0">
            <a:spAutoFit/>
          </a:bodyPr>
          <a:lstStyle/>
          <a:p>
            <a:pPr marL="536575" indent="-536575" algn="just" defTabSz="4299966" latinLnBrk="1"/>
            <a:r>
              <a:rPr lang="en-US" altLang="ko-KR" sz="2400" b="1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altLang="ko-KR" sz="24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Two-dimensional in vivo dosimetry</a:t>
            </a:r>
            <a:r>
              <a:rPr lang="en-US" altLang="ko-KR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400" b="1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having high resolution </a:t>
            </a:r>
            <a:r>
              <a:rPr lang="en-US" altLang="ko-KR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ko-KR" sz="24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Endorectal balloon</a:t>
            </a:r>
            <a:r>
              <a:rPr lang="en-US" altLang="ko-KR" sz="2400" b="1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(ERB) </a:t>
            </a:r>
            <a:r>
              <a:rPr lang="en-US" altLang="ko-KR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needed to know the delivered dose accurately and to deliver the dose correctly! </a:t>
            </a:r>
            <a:endParaRPr lang="ko-KR" altLang="en-US" sz="24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오른쪽 화살표 45">
            <a:extLst>
              <a:ext uri="{FF2B5EF4-FFF2-40B4-BE49-F238E27FC236}">
                <a16:creationId xmlns:a16="http://schemas.microsoft.com/office/drawing/2014/main" id="{B376D17F-67A8-D505-9A90-0B3965929252}"/>
              </a:ext>
            </a:extLst>
          </p:cNvPr>
          <p:cNvSpPr/>
          <p:nvPr/>
        </p:nvSpPr>
        <p:spPr>
          <a:xfrm>
            <a:off x="907032" y="18284396"/>
            <a:ext cx="431742" cy="279158"/>
          </a:xfrm>
          <a:prstGeom prst="rightArrow">
            <a:avLst>
              <a:gd name="adj1" fmla="val 56050"/>
              <a:gd name="adj2" fmla="val 87188"/>
            </a:avLst>
          </a:prstGeom>
          <a:solidFill>
            <a:srgbClr val="EEECE1">
              <a:lumMod val="5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29996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5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D4B99D5E-31BD-8A96-EE7D-54FBB9F7E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" y="37752585"/>
            <a:ext cx="4620515" cy="855443"/>
          </a:xfrm>
          <a:prstGeom prst="rect">
            <a:avLst/>
          </a:prstGeom>
          <a:noFill/>
          <a:ln>
            <a:noFill/>
          </a:ln>
          <a:effectLst/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5650" tIns="57825" rIns="115650" bIns="57825" anchor="ctr">
            <a:spAutoFit/>
          </a:bodyPr>
          <a:lstStyle>
            <a:lvl1pPr marL="349250" indent="-349250" defTabSz="1050925" eaLnBrk="0" hangingPunct="0">
              <a:spcBef>
                <a:spcPct val="20000"/>
              </a:spcBef>
              <a:buChar char="•"/>
              <a:defRPr kumimoji="1" sz="1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050925" eaLnBrk="0" hangingPunct="0">
              <a:spcBef>
                <a:spcPct val="20000"/>
              </a:spcBef>
              <a:buChar char="–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050925" eaLnBrk="0" hangingPunct="0">
              <a:spcBef>
                <a:spcPct val="20000"/>
              </a:spcBef>
              <a:buChar char="•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050925" eaLnBrk="0" hangingPunct="0">
              <a:spcBef>
                <a:spcPct val="20000"/>
              </a:spcBef>
              <a:buChar char="–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050925" eaLnBrk="0" hangingPunct="0">
              <a:spcBef>
                <a:spcPct val="20000"/>
              </a:spcBef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0509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0509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0509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0509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1" hangingPunct="1">
              <a:spcBef>
                <a:spcPct val="0"/>
              </a:spcBef>
              <a:buFontTx/>
              <a:buNone/>
            </a:pPr>
            <a:r>
              <a:rPr lang="en-US" altLang="ko-KR" sz="4800" b="1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CONCLUSION</a:t>
            </a:r>
          </a:p>
        </p:txBody>
      </p:sp>
      <p:sp>
        <p:nvSpPr>
          <p:cNvPr id="66" name="Rectangle 6">
            <a:extLst>
              <a:ext uri="{FF2B5EF4-FFF2-40B4-BE49-F238E27FC236}">
                <a16:creationId xmlns:a16="http://schemas.microsoft.com/office/drawing/2014/main" id="{613DC990-5AA4-8431-9B20-7B58CA90D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68829" y="31343834"/>
            <a:ext cx="4279047" cy="855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5650" tIns="57825" rIns="115650" bIns="57825" anchor="ctr">
            <a:spAutoFit/>
          </a:bodyPr>
          <a:lstStyle>
            <a:lvl1pPr marL="349250" indent="-349250" defTabSz="1050925" eaLnBrk="0" hangingPunct="0">
              <a:spcBef>
                <a:spcPct val="20000"/>
              </a:spcBef>
              <a:buChar char="•"/>
              <a:defRPr kumimoji="1" sz="1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050925" eaLnBrk="0" hangingPunct="0">
              <a:spcBef>
                <a:spcPct val="20000"/>
              </a:spcBef>
              <a:buChar char="–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050925" eaLnBrk="0" hangingPunct="0">
              <a:spcBef>
                <a:spcPct val="20000"/>
              </a:spcBef>
              <a:buChar char="•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050925" eaLnBrk="0" hangingPunct="0">
              <a:spcBef>
                <a:spcPct val="20000"/>
              </a:spcBef>
              <a:buChar char="–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050925" eaLnBrk="0" hangingPunct="0">
              <a:spcBef>
                <a:spcPct val="20000"/>
              </a:spcBef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0509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0509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0509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0509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09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1" hangingPunct="1">
              <a:spcBef>
                <a:spcPct val="0"/>
              </a:spcBef>
              <a:buFontTx/>
              <a:buNone/>
            </a:pPr>
            <a:r>
              <a:rPr lang="en-US" altLang="ko-KR" sz="4800" b="1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4. Discussion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1641F1C-AD02-07B0-8590-FB8B51E823BB}"/>
              </a:ext>
            </a:extLst>
          </p:cNvPr>
          <p:cNvGrpSpPr/>
          <p:nvPr/>
        </p:nvGrpSpPr>
        <p:grpSpPr>
          <a:xfrm>
            <a:off x="2287559" y="28346243"/>
            <a:ext cx="7500130" cy="4013860"/>
            <a:chOff x="13561286" y="18569569"/>
            <a:chExt cx="7500130" cy="4013860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AB5F812C-D569-3445-9F25-26C3C1ABC67E}"/>
                </a:ext>
              </a:extLst>
            </p:cNvPr>
            <p:cNvGrpSpPr/>
            <p:nvPr/>
          </p:nvGrpSpPr>
          <p:grpSpPr>
            <a:xfrm>
              <a:off x="13561286" y="18757017"/>
              <a:ext cx="7500130" cy="3826412"/>
              <a:chOff x="4258392" y="1910769"/>
              <a:chExt cx="6530511" cy="4076609"/>
            </a:xfrm>
          </p:grpSpPr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80CD93D6-BB1A-1A62-C1DF-970594EF3BE0}"/>
                  </a:ext>
                </a:extLst>
              </p:cNvPr>
              <p:cNvSpPr/>
              <p:nvPr/>
            </p:nvSpPr>
            <p:spPr>
              <a:xfrm>
                <a:off x="4258393" y="2187193"/>
                <a:ext cx="6508008" cy="3800185"/>
              </a:xfrm>
              <a:prstGeom prst="rect">
                <a:avLst/>
              </a:prstGeom>
              <a:solidFill>
                <a:srgbClr val="4F81BD">
                  <a:lumMod val="20000"/>
                  <a:lumOff val="8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29996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85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4D65960A-3EF9-C010-DD97-37134F3F8F0F}"/>
                  </a:ext>
                </a:extLst>
              </p:cNvPr>
              <p:cNvSpPr/>
              <p:nvPr/>
            </p:nvSpPr>
            <p:spPr>
              <a:xfrm>
                <a:off x="4268889" y="3096448"/>
                <a:ext cx="6520014" cy="392429"/>
              </a:xfrm>
              <a:prstGeom prst="rect">
                <a:avLst/>
              </a:prstGeom>
              <a:solidFill>
                <a:sysClr val="window" lastClr="FFFFFF">
                  <a:lumMod val="65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29996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85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12BF50E6-52CC-E8AA-3C14-66FA72C70A1B}"/>
                  </a:ext>
                </a:extLst>
              </p:cNvPr>
              <p:cNvSpPr/>
              <p:nvPr/>
            </p:nvSpPr>
            <p:spPr>
              <a:xfrm rot="19728633">
                <a:off x="8214085" y="2299954"/>
                <a:ext cx="1567567" cy="172669"/>
              </a:xfrm>
              <a:prstGeom prst="rect">
                <a:avLst/>
              </a:prstGeom>
              <a:gradFill>
                <a:gsLst>
                  <a:gs pos="0">
                    <a:sysClr val="windowText" lastClr="000000"/>
                  </a:gs>
                  <a:gs pos="50000">
                    <a:sysClr val="windowText" lastClr="000000">
                      <a:lumMod val="85000"/>
                      <a:lumOff val="15000"/>
                    </a:sysClr>
                  </a:gs>
                  <a:gs pos="100000">
                    <a:sysClr val="windowText" lastClr="000000"/>
                  </a:gs>
                </a:gsLst>
                <a:lin ang="16200000" scaled="1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29996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85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9A798F1B-5ED5-D506-AFC5-EA2B4B0B74C6}"/>
                  </a:ext>
                </a:extLst>
              </p:cNvPr>
              <p:cNvSpPr/>
              <p:nvPr/>
            </p:nvSpPr>
            <p:spPr>
              <a:xfrm rot="19728633">
                <a:off x="8097070" y="2161025"/>
                <a:ext cx="1027919" cy="171620"/>
              </a:xfrm>
              <a:prstGeom prst="rect">
                <a:avLst/>
              </a:prstGeom>
              <a:gradFill>
                <a:gsLst>
                  <a:gs pos="0">
                    <a:sysClr val="windowText" lastClr="000000"/>
                  </a:gs>
                  <a:gs pos="50000">
                    <a:sysClr val="windowText" lastClr="000000">
                      <a:lumMod val="85000"/>
                      <a:lumOff val="15000"/>
                    </a:sysClr>
                  </a:gs>
                  <a:gs pos="100000">
                    <a:sysClr val="windowText" lastClr="000000"/>
                  </a:gs>
                </a:gsLst>
                <a:lin ang="16200000" scaled="1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29996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85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33" name="모서리가 둥근 직사각형 316">
                <a:extLst>
                  <a:ext uri="{FF2B5EF4-FFF2-40B4-BE49-F238E27FC236}">
                    <a16:creationId xmlns:a16="http://schemas.microsoft.com/office/drawing/2014/main" id="{B3A47F72-FCD7-B598-AEB2-1B8BF905A7C4}"/>
                  </a:ext>
                </a:extLst>
              </p:cNvPr>
              <p:cNvSpPr/>
              <p:nvPr/>
            </p:nvSpPr>
            <p:spPr>
              <a:xfrm>
                <a:off x="5200157" y="2986685"/>
                <a:ext cx="2354574" cy="160937"/>
              </a:xfrm>
              <a:prstGeom prst="roundRect">
                <a:avLst/>
              </a:prstGeom>
              <a:gradFill>
                <a:gsLst>
                  <a:gs pos="0">
                    <a:sysClr val="window" lastClr="FFFFFF"/>
                  </a:gs>
                  <a:gs pos="50000">
                    <a:sysClr val="window" lastClr="FFFFFF">
                      <a:lumMod val="95000"/>
                    </a:sysClr>
                  </a:gs>
                  <a:gs pos="100000">
                    <a:sysClr val="window" lastClr="FFFFFF"/>
                  </a:gs>
                </a:gsLst>
                <a:lin ang="16200000" scaled="1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29996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85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34" name="모서리가 둥근 직사각형 317">
                <a:extLst>
                  <a:ext uri="{FF2B5EF4-FFF2-40B4-BE49-F238E27FC236}">
                    <a16:creationId xmlns:a16="http://schemas.microsoft.com/office/drawing/2014/main" id="{AA6694F2-44EC-611B-8457-89309C8E61F1}"/>
                  </a:ext>
                </a:extLst>
              </p:cNvPr>
              <p:cNvSpPr/>
              <p:nvPr/>
            </p:nvSpPr>
            <p:spPr>
              <a:xfrm rot="19703125">
                <a:off x="7761051" y="2511870"/>
                <a:ext cx="672794" cy="236539"/>
              </a:xfrm>
              <a:prstGeom prst="roundRect">
                <a:avLst/>
              </a:prstGeom>
              <a:gradFill flip="none" rotWithShape="1">
                <a:gsLst>
                  <a:gs pos="0">
                    <a:sysClr val="window" lastClr="FFFFFF"/>
                  </a:gs>
                  <a:gs pos="50000">
                    <a:sysClr val="window" lastClr="FFFFFF">
                      <a:lumMod val="95000"/>
                    </a:sysClr>
                  </a:gs>
                  <a:gs pos="100000">
                    <a:sysClr val="window" lastClr="FFFFFF"/>
                  </a:gs>
                </a:gsLst>
                <a:lin ang="1620000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29996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85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35" name="모서리가 둥근 직사각형 318">
                <a:extLst>
                  <a:ext uri="{FF2B5EF4-FFF2-40B4-BE49-F238E27FC236}">
                    <a16:creationId xmlns:a16="http://schemas.microsoft.com/office/drawing/2014/main" id="{9F168D9A-6164-5BF1-34C7-0D1C8519AD28}"/>
                  </a:ext>
                </a:extLst>
              </p:cNvPr>
              <p:cNvSpPr/>
              <p:nvPr/>
            </p:nvSpPr>
            <p:spPr>
              <a:xfrm rot="19703125">
                <a:off x="7804446" y="2840511"/>
                <a:ext cx="801198" cy="235457"/>
              </a:xfrm>
              <a:prstGeom prst="roundRect">
                <a:avLst/>
              </a:prstGeom>
              <a:gradFill flip="none" rotWithShape="1">
                <a:gsLst>
                  <a:gs pos="0">
                    <a:sysClr val="window" lastClr="FFFFFF"/>
                  </a:gs>
                  <a:gs pos="50000">
                    <a:sysClr val="window" lastClr="FFFFFF">
                      <a:lumMod val="95000"/>
                    </a:sysClr>
                  </a:gs>
                  <a:gs pos="100000">
                    <a:sysClr val="window" lastClr="FFFFFF"/>
                  </a:gs>
                </a:gsLst>
                <a:lin ang="16200000" scaled="1"/>
                <a:tileRect/>
              </a:gradFill>
              <a:ln w="2540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29996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85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36" name="모서리가 둥근 직사각형 321">
                <a:extLst>
                  <a:ext uri="{FF2B5EF4-FFF2-40B4-BE49-F238E27FC236}">
                    <a16:creationId xmlns:a16="http://schemas.microsoft.com/office/drawing/2014/main" id="{567FA9A5-98D8-B222-995D-DED5D1A5C969}"/>
                  </a:ext>
                </a:extLst>
              </p:cNvPr>
              <p:cNvSpPr/>
              <p:nvPr/>
            </p:nvSpPr>
            <p:spPr>
              <a:xfrm>
                <a:off x="7479971" y="2629312"/>
                <a:ext cx="533984" cy="859565"/>
              </a:xfrm>
              <a:prstGeom prst="roundRect">
                <a:avLst/>
              </a:prstGeom>
              <a:gradFill flip="none" rotWithShape="1">
                <a:gsLst>
                  <a:gs pos="0">
                    <a:sysClr val="window" lastClr="FFFFFF"/>
                  </a:gs>
                  <a:gs pos="50000">
                    <a:sysClr val="window" lastClr="FFFFFF">
                      <a:lumMod val="95000"/>
                    </a:sysClr>
                  </a:gs>
                  <a:gs pos="100000">
                    <a:sysClr val="window" lastClr="FFFFFF"/>
                  </a:gs>
                </a:gsLst>
                <a:lin ang="0" scaled="1"/>
                <a:tileRect/>
              </a:gradFill>
              <a:ln w="2540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29996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85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C07EEE72-2AE3-1F8C-6746-E1A51BA5104C}"/>
                  </a:ext>
                </a:extLst>
              </p:cNvPr>
              <p:cNvGrpSpPr/>
              <p:nvPr/>
            </p:nvGrpSpPr>
            <p:grpSpPr>
              <a:xfrm>
                <a:off x="6144417" y="3775036"/>
                <a:ext cx="3552217" cy="1962145"/>
                <a:chOff x="1885949" y="3409254"/>
                <a:chExt cx="3258674" cy="1800000"/>
              </a:xfrm>
            </p:grpSpPr>
            <p:sp>
              <p:nvSpPr>
                <p:cNvPr id="63" name="직사각형 62">
                  <a:extLst>
                    <a:ext uri="{FF2B5EF4-FFF2-40B4-BE49-F238E27FC236}">
                      <a16:creationId xmlns:a16="http://schemas.microsoft.com/office/drawing/2014/main" id="{59592B26-4600-83F8-C450-9EE6550F1A67}"/>
                    </a:ext>
                  </a:extLst>
                </p:cNvPr>
                <p:cNvSpPr/>
                <p:nvPr/>
              </p:nvSpPr>
              <p:spPr>
                <a:xfrm>
                  <a:off x="1996683" y="3409254"/>
                  <a:ext cx="3147940" cy="1800000"/>
                </a:xfrm>
                <a:prstGeom prst="rect">
                  <a:avLst/>
                </a:prstGeom>
                <a:solidFill>
                  <a:sysClr val="window" lastClr="FFFFFF">
                    <a:lumMod val="50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299966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85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4" name="직사각형 63">
                  <a:extLst>
                    <a:ext uri="{FF2B5EF4-FFF2-40B4-BE49-F238E27FC236}">
                      <a16:creationId xmlns:a16="http://schemas.microsoft.com/office/drawing/2014/main" id="{3458F52A-F0EA-50F6-30D1-B8D4B7A05C48}"/>
                    </a:ext>
                  </a:extLst>
                </p:cNvPr>
                <p:cNvSpPr/>
                <p:nvPr/>
              </p:nvSpPr>
              <p:spPr>
                <a:xfrm>
                  <a:off x="1885949" y="3553254"/>
                  <a:ext cx="3258674" cy="1512000"/>
                </a:xfrm>
                <a:prstGeom prst="rect">
                  <a:avLst/>
                </a:prstGeom>
                <a:solidFill>
                  <a:srgbClr val="4F81BD">
                    <a:lumMod val="20000"/>
                    <a:lumOff val="80000"/>
                  </a:srgbClr>
                </a:solidFill>
                <a:ln w="25400" cap="flat" cmpd="sng" algn="ctr">
                  <a:noFill/>
                  <a:prstDash val="sysDash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299966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85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28245828-A3E1-04E3-D76E-9E2BC0658C84}"/>
                  </a:ext>
                </a:extLst>
              </p:cNvPr>
              <p:cNvSpPr/>
              <p:nvPr/>
            </p:nvSpPr>
            <p:spPr>
              <a:xfrm>
                <a:off x="5995275" y="4647975"/>
                <a:ext cx="4771126" cy="160246"/>
              </a:xfrm>
              <a:prstGeom prst="rect">
                <a:avLst/>
              </a:prstGeom>
              <a:gradFill>
                <a:gsLst>
                  <a:gs pos="0">
                    <a:sysClr val="windowText" lastClr="000000"/>
                  </a:gs>
                  <a:gs pos="50000">
                    <a:sysClr val="windowText" lastClr="000000">
                      <a:lumMod val="85000"/>
                      <a:lumOff val="15000"/>
                    </a:sysClr>
                  </a:gs>
                  <a:gs pos="100000">
                    <a:sysClr val="windowText" lastClr="000000"/>
                  </a:gs>
                </a:gsLst>
                <a:lin ang="16200000" scaled="1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29996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85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B2945524-07E8-0F47-D2DA-7C8B0F52529C}"/>
                  </a:ext>
                </a:extLst>
              </p:cNvPr>
              <p:cNvSpPr/>
              <p:nvPr/>
            </p:nvSpPr>
            <p:spPr>
              <a:xfrm>
                <a:off x="4258392" y="1910769"/>
                <a:ext cx="6530511" cy="4076609"/>
              </a:xfrm>
              <a:prstGeom prst="rect">
                <a:avLst/>
              </a:prstGeom>
              <a:noFill/>
              <a:ln w="22225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29996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85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18DA87F7-457A-50CC-2BAD-39D41B659F7E}"/>
                  </a:ext>
                </a:extLst>
              </p:cNvPr>
              <p:cNvCxnSpPr/>
              <p:nvPr/>
            </p:nvCxnSpPr>
            <p:spPr>
              <a:xfrm flipH="1">
                <a:off x="5130207" y="3936167"/>
                <a:ext cx="1476438" cy="0"/>
              </a:xfrm>
              <a:prstGeom prst="lin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dash"/>
              </a:ln>
              <a:effectLst/>
            </p:spPr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F398F0D9-24D6-54C1-8AD3-14F9960BD27F}"/>
                  </a:ext>
                </a:extLst>
              </p:cNvPr>
              <p:cNvCxnSpPr/>
              <p:nvPr/>
            </p:nvCxnSpPr>
            <p:spPr>
              <a:xfrm flipH="1" flipV="1">
                <a:off x="5130207" y="5576849"/>
                <a:ext cx="1458935" cy="2"/>
              </a:xfrm>
              <a:prstGeom prst="lin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dash"/>
              </a:ln>
              <a:effectLst/>
            </p:spPr>
          </p:cxnSp>
          <p:cxnSp>
            <p:nvCxnSpPr>
              <p:cNvPr id="42" name="직선 화살표 연결선 41">
                <a:extLst>
                  <a:ext uri="{FF2B5EF4-FFF2-40B4-BE49-F238E27FC236}">
                    <a16:creationId xmlns:a16="http://schemas.microsoft.com/office/drawing/2014/main" id="{877AE240-F021-6E6E-7539-810B2B5C5D5F}"/>
                  </a:ext>
                </a:extLst>
              </p:cNvPr>
              <p:cNvCxnSpPr/>
              <p:nvPr/>
            </p:nvCxnSpPr>
            <p:spPr>
              <a:xfrm flipV="1">
                <a:off x="5497744" y="3949072"/>
                <a:ext cx="0" cy="1611243"/>
              </a:xfrm>
              <a:prstGeom prst="straightConnector1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  <a:headEnd type="stealth" w="med" len="lg"/>
                <a:tailEnd type="stealth" w="med" len="lg"/>
              </a:ln>
              <a:effectLst/>
            </p:spPr>
          </p:cxnSp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26B0DA70-DE4D-AF0C-08DD-0D8133A76573}"/>
                  </a:ext>
                </a:extLst>
              </p:cNvPr>
              <p:cNvSpPr/>
              <p:nvPr/>
            </p:nvSpPr>
            <p:spPr>
              <a:xfrm>
                <a:off x="5362507" y="2782698"/>
                <a:ext cx="509094" cy="568912"/>
              </a:xfrm>
              <a:prstGeom prst="ellipse">
                <a:avLst/>
              </a:prstGeom>
              <a:gradFill flip="none" rotWithShape="1">
                <a:gsLst>
                  <a:gs pos="1667">
                    <a:srgbClr val="FF0000">
                      <a:lumMod val="97000"/>
                      <a:lumOff val="3000"/>
                      <a:alpha val="95000"/>
                    </a:srgbClr>
                  </a:gs>
                  <a:gs pos="38000">
                    <a:srgbClr val="FFC000">
                      <a:alpha val="65000"/>
                    </a:srgbClr>
                  </a:gs>
                  <a:gs pos="59000">
                    <a:sysClr val="window" lastClr="FFFFFF">
                      <a:alpha val="0"/>
                    </a:sysClr>
                  </a:gs>
                </a:gsLst>
                <a:path path="circl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29996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85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44" name="타원 43">
                <a:extLst>
                  <a:ext uri="{FF2B5EF4-FFF2-40B4-BE49-F238E27FC236}">
                    <a16:creationId xmlns:a16="http://schemas.microsoft.com/office/drawing/2014/main" id="{843C7D07-004B-7098-CC4B-FCEC12804253}"/>
                  </a:ext>
                </a:extLst>
              </p:cNvPr>
              <p:cNvSpPr/>
              <p:nvPr/>
            </p:nvSpPr>
            <p:spPr>
              <a:xfrm>
                <a:off x="6121110" y="2782698"/>
                <a:ext cx="509094" cy="568912"/>
              </a:xfrm>
              <a:prstGeom prst="ellipse">
                <a:avLst/>
              </a:prstGeom>
              <a:gradFill flip="none" rotWithShape="1">
                <a:gsLst>
                  <a:gs pos="1667">
                    <a:srgbClr val="FF0000">
                      <a:lumMod val="97000"/>
                      <a:lumOff val="3000"/>
                      <a:alpha val="95000"/>
                    </a:srgbClr>
                  </a:gs>
                  <a:gs pos="38000">
                    <a:srgbClr val="FFC000">
                      <a:alpha val="65000"/>
                    </a:srgbClr>
                  </a:gs>
                  <a:gs pos="59000">
                    <a:sysClr val="window" lastClr="FFFFFF">
                      <a:alpha val="0"/>
                    </a:sysClr>
                  </a:gs>
                </a:gsLst>
                <a:path path="circl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29996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85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45" name="타원 44">
                <a:extLst>
                  <a:ext uri="{FF2B5EF4-FFF2-40B4-BE49-F238E27FC236}">
                    <a16:creationId xmlns:a16="http://schemas.microsoft.com/office/drawing/2014/main" id="{FE92C537-5417-7EAF-80F2-9B9247F580EF}"/>
                  </a:ext>
                </a:extLst>
              </p:cNvPr>
              <p:cNvSpPr/>
              <p:nvPr/>
            </p:nvSpPr>
            <p:spPr>
              <a:xfrm>
                <a:off x="6841190" y="2782698"/>
                <a:ext cx="509094" cy="568912"/>
              </a:xfrm>
              <a:prstGeom prst="ellipse">
                <a:avLst/>
              </a:prstGeom>
              <a:gradFill flip="none" rotWithShape="1">
                <a:gsLst>
                  <a:gs pos="1667">
                    <a:srgbClr val="FF0000">
                      <a:lumMod val="97000"/>
                      <a:lumOff val="3000"/>
                      <a:alpha val="95000"/>
                    </a:srgbClr>
                  </a:gs>
                  <a:gs pos="38000">
                    <a:srgbClr val="FFC000">
                      <a:alpha val="65000"/>
                    </a:srgbClr>
                  </a:gs>
                  <a:gs pos="59000">
                    <a:sysClr val="window" lastClr="FFFFFF">
                      <a:alpha val="0"/>
                    </a:sysClr>
                  </a:gs>
                </a:gsLst>
                <a:path path="circl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29996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85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9B358B25-386C-399F-57E5-6EA7B4D568E6}"/>
                  </a:ext>
                </a:extLst>
              </p:cNvPr>
              <p:cNvSpPr/>
              <p:nvPr/>
            </p:nvSpPr>
            <p:spPr>
              <a:xfrm>
                <a:off x="7489262" y="2781239"/>
                <a:ext cx="509094" cy="568912"/>
              </a:xfrm>
              <a:prstGeom prst="ellipse">
                <a:avLst/>
              </a:prstGeom>
              <a:gradFill flip="none" rotWithShape="1">
                <a:gsLst>
                  <a:gs pos="1667">
                    <a:srgbClr val="FF0000">
                      <a:lumMod val="97000"/>
                      <a:lumOff val="3000"/>
                      <a:alpha val="95000"/>
                    </a:srgbClr>
                  </a:gs>
                  <a:gs pos="38000">
                    <a:srgbClr val="FFC000">
                      <a:alpha val="65000"/>
                    </a:srgbClr>
                  </a:gs>
                  <a:gs pos="59000">
                    <a:sysClr val="window" lastClr="FFFFFF">
                      <a:alpha val="0"/>
                    </a:sysClr>
                  </a:gs>
                </a:gsLst>
                <a:path path="circl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29996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85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0AC5E06-C8D8-1EB0-8B90-0EC9A4755DC4}"/>
                  </a:ext>
                </a:extLst>
              </p:cNvPr>
              <p:cNvSpPr txBox="1"/>
              <p:nvPr/>
            </p:nvSpPr>
            <p:spPr>
              <a:xfrm rot="16200000">
                <a:off x="4930711" y="4608489"/>
                <a:ext cx="890115" cy="2947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29996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42 mm</a:t>
                </a:r>
                <a:endPara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" name="순서도: 수행의 시작/종료 47">
                <a:extLst>
                  <a:ext uri="{FF2B5EF4-FFF2-40B4-BE49-F238E27FC236}">
                    <a16:creationId xmlns:a16="http://schemas.microsoft.com/office/drawing/2014/main" id="{8511E39C-9637-217D-F9A4-6CAFAAB1976A}"/>
                  </a:ext>
                </a:extLst>
              </p:cNvPr>
              <p:cNvSpPr/>
              <p:nvPr/>
            </p:nvSpPr>
            <p:spPr>
              <a:xfrm>
                <a:off x="6121110" y="3933368"/>
                <a:ext cx="3312368" cy="1639936"/>
              </a:xfrm>
              <a:prstGeom prst="flowChartTerminator">
                <a:avLst/>
              </a:prstGeom>
              <a:gradFill>
                <a:gsLst>
                  <a:gs pos="0">
                    <a:srgbClr val="1F497D">
                      <a:alpha val="77000"/>
                      <a:lumMod val="65000"/>
                      <a:lumOff val="35000"/>
                    </a:srgbClr>
                  </a:gs>
                  <a:gs pos="50000">
                    <a:sysClr val="window" lastClr="FFFFFF"/>
                  </a:gs>
                  <a:gs pos="100000">
                    <a:srgbClr val="1F497D">
                      <a:alpha val="74000"/>
                      <a:lumMod val="65000"/>
                      <a:lumOff val="35000"/>
                    </a:srgbClr>
                  </a:gs>
                </a:gsLst>
                <a:lin ang="5400000" scaled="0"/>
              </a:gradFill>
              <a:ln w="25400" cap="flat" cmpd="sng" algn="ctr">
                <a:solidFill>
                  <a:srgbClr val="1F497D">
                    <a:lumMod val="40000"/>
                    <a:lumOff val="6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29996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85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5C3FFA8-DFBF-E49C-40FC-D19B66C17B66}"/>
                  </a:ext>
                </a:extLst>
              </p:cNvPr>
              <p:cNvSpPr txBox="1"/>
              <p:nvPr/>
            </p:nvSpPr>
            <p:spPr>
              <a:xfrm>
                <a:off x="5737987" y="2555923"/>
                <a:ext cx="2687379" cy="3934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429996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Tandem</a:t>
                </a:r>
                <a:endParaRPr kumimoji="0" lang="ko-KR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729504C9-DC17-287E-B205-BE69658B12CE}"/>
                  </a:ext>
                </a:extLst>
              </p:cNvPr>
              <p:cNvCxnSpPr/>
              <p:nvPr/>
            </p:nvCxnSpPr>
            <p:spPr>
              <a:xfrm>
                <a:off x="6609819" y="4797463"/>
                <a:ext cx="0" cy="352152"/>
              </a:xfrm>
              <a:prstGeom prst="lin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dash"/>
              </a:ln>
              <a:effectLst/>
            </p:spPr>
          </p:cxnSp>
          <p:cxnSp>
            <p:nvCxnSpPr>
              <p:cNvPr id="51" name="직선 연결선 50">
                <a:extLst>
                  <a:ext uri="{FF2B5EF4-FFF2-40B4-BE49-F238E27FC236}">
                    <a16:creationId xmlns:a16="http://schemas.microsoft.com/office/drawing/2014/main" id="{F423B0F4-0A96-9584-BE3D-67994166490E}"/>
                  </a:ext>
                </a:extLst>
              </p:cNvPr>
              <p:cNvCxnSpPr/>
              <p:nvPr/>
            </p:nvCxnSpPr>
            <p:spPr>
              <a:xfrm>
                <a:off x="8949392" y="4797463"/>
                <a:ext cx="0" cy="352152"/>
              </a:xfrm>
              <a:prstGeom prst="lin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dash"/>
              </a:ln>
              <a:effectLst/>
            </p:spPr>
          </p:cxnSp>
          <p:cxnSp>
            <p:nvCxnSpPr>
              <p:cNvPr id="52" name="직선 화살표 연결선 51">
                <a:extLst>
                  <a:ext uri="{FF2B5EF4-FFF2-40B4-BE49-F238E27FC236}">
                    <a16:creationId xmlns:a16="http://schemas.microsoft.com/office/drawing/2014/main" id="{0CBF0A1C-E55E-3249-7B67-6C6FABEE5BAA}"/>
                  </a:ext>
                </a:extLst>
              </p:cNvPr>
              <p:cNvCxnSpPr/>
              <p:nvPr/>
            </p:nvCxnSpPr>
            <p:spPr>
              <a:xfrm>
                <a:off x="6609819" y="4941479"/>
                <a:ext cx="2345479" cy="0"/>
              </a:xfrm>
              <a:prstGeom prst="straightConnector1">
                <a:avLst/>
              </a:prstGeom>
              <a:noFill/>
              <a:ln w="28575" cap="flat" cmpd="sng" algn="ctr">
                <a:solidFill>
                  <a:sysClr val="windowText" lastClr="000000">
                    <a:lumMod val="95000"/>
                    <a:lumOff val="5000"/>
                  </a:sysClr>
                </a:solidFill>
                <a:prstDash val="solid"/>
                <a:headEnd type="stealth" w="med" len="lg"/>
                <a:tailEnd type="stealth" w="med" len="lg"/>
              </a:ln>
              <a:effectLst/>
            </p:spPr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35D22A4-D6E8-6FCD-5FE7-0C3C189833AF}"/>
                  </a:ext>
                </a:extLst>
              </p:cNvPr>
              <p:cNvSpPr txBox="1"/>
              <p:nvPr/>
            </p:nvSpPr>
            <p:spPr>
              <a:xfrm>
                <a:off x="7423549" y="4916596"/>
                <a:ext cx="727473" cy="3606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29996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60 mm</a:t>
                </a:r>
                <a:endPara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8A0D0488-436A-FDC8-422B-949D8861FF65}"/>
                  </a:ext>
                </a:extLst>
              </p:cNvPr>
              <p:cNvSpPr/>
              <p:nvPr/>
            </p:nvSpPr>
            <p:spPr>
              <a:xfrm>
                <a:off x="6600725" y="3933367"/>
                <a:ext cx="2354574" cy="153917"/>
              </a:xfrm>
              <a:prstGeom prst="rect">
                <a:avLst/>
              </a:prstGeom>
              <a:gradFill>
                <a:gsLst>
                  <a:gs pos="0">
                    <a:srgbClr val="9BBB59">
                      <a:lumMod val="50000"/>
                    </a:srgbClr>
                  </a:gs>
                  <a:gs pos="50000">
                    <a:srgbClr val="9BBB59">
                      <a:lumMod val="75000"/>
                    </a:srgbClr>
                  </a:gs>
                  <a:gs pos="100000">
                    <a:srgbClr val="9BBB59">
                      <a:lumMod val="60000"/>
                      <a:lumOff val="40000"/>
                    </a:srgbClr>
                  </a:gs>
                </a:gsLst>
                <a:lin ang="16200000" scaled="1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29996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85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A6581933-7C97-BB4F-47A0-8CBE8650852A}"/>
                  </a:ext>
                </a:extLst>
              </p:cNvPr>
              <p:cNvSpPr/>
              <p:nvPr/>
            </p:nvSpPr>
            <p:spPr>
              <a:xfrm>
                <a:off x="6600725" y="4041060"/>
                <a:ext cx="2354574" cy="196215"/>
              </a:xfrm>
              <a:prstGeom prst="rect">
                <a:avLst/>
              </a:prstGeom>
              <a:gradFill>
                <a:gsLst>
                  <a:gs pos="0">
                    <a:srgbClr val="9BBB59">
                      <a:lumMod val="50000"/>
                    </a:srgbClr>
                  </a:gs>
                  <a:gs pos="50000">
                    <a:srgbClr val="9BBB59">
                      <a:lumMod val="75000"/>
                    </a:srgbClr>
                  </a:gs>
                  <a:gs pos="100000">
                    <a:srgbClr val="9BBB59">
                      <a:lumMod val="75000"/>
                    </a:srgbClr>
                  </a:gs>
                </a:gsLst>
                <a:lin ang="16200000" scaled="1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29996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85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2974A914-48A9-980D-46C1-9A744DA9DB75}"/>
                  </a:ext>
                </a:extLst>
              </p:cNvPr>
              <p:cNvSpPr/>
              <p:nvPr/>
            </p:nvSpPr>
            <p:spPr>
              <a:xfrm>
                <a:off x="6600725" y="4234731"/>
                <a:ext cx="2354574" cy="274700"/>
              </a:xfrm>
              <a:prstGeom prst="rect">
                <a:avLst/>
              </a:prstGeom>
              <a:gradFill>
                <a:gsLst>
                  <a:gs pos="0">
                    <a:srgbClr val="9BBB59">
                      <a:lumMod val="50000"/>
                    </a:srgbClr>
                  </a:gs>
                  <a:gs pos="50000">
                    <a:srgbClr val="9BBB59">
                      <a:lumMod val="75000"/>
                    </a:srgbClr>
                  </a:gs>
                  <a:gs pos="100000">
                    <a:srgbClr val="9BBB59">
                      <a:lumMod val="75000"/>
                    </a:srgbClr>
                  </a:gs>
                </a:gsLst>
                <a:lin ang="16200000" scaled="1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29996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85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208765AA-80F6-4B6C-BE82-31E82D71A30E}"/>
                  </a:ext>
                </a:extLst>
              </p:cNvPr>
              <p:cNvSpPr/>
              <p:nvPr/>
            </p:nvSpPr>
            <p:spPr>
              <a:xfrm>
                <a:off x="6600725" y="4509432"/>
                <a:ext cx="2354574" cy="313943"/>
              </a:xfrm>
              <a:prstGeom prst="rect">
                <a:avLst/>
              </a:prstGeom>
              <a:gradFill flip="none" rotWithShape="1">
                <a:gsLst>
                  <a:gs pos="0">
                    <a:srgbClr val="9BBB59">
                      <a:lumMod val="50000"/>
                    </a:srgbClr>
                  </a:gs>
                  <a:gs pos="50000">
                    <a:srgbClr val="9BBB59">
                      <a:lumMod val="75000"/>
                    </a:srgbClr>
                  </a:gs>
                  <a:gs pos="100000">
                    <a:srgbClr val="9BBB59">
                      <a:lumMod val="75000"/>
                    </a:srgbClr>
                  </a:gs>
                </a:gsLst>
                <a:lin ang="1620000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29996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85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A71ED53-BCC4-A8DF-10DB-410EDF45BACB}"/>
                  </a:ext>
                </a:extLst>
              </p:cNvPr>
              <p:cNvSpPr txBox="1"/>
              <p:nvPr/>
            </p:nvSpPr>
            <p:spPr>
              <a:xfrm>
                <a:off x="7250155" y="4314893"/>
                <a:ext cx="2687379" cy="360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429996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2DD-ERB</a:t>
                </a:r>
                <a:endPara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229887DD-A1F1-5900-56E0-D660F62C40DC}"/>
                  </a:ext>
                </a:extLst>
              </p:cNvPr>
              <p:cNvSpPr/>
              <p:nvPr/>
            </p:nvSpPr>
            <p:spPr>
              <a:xfrm>
                <a:off x="5965376" y="4648370"/>
                <a:ext cx="58605" cy="172892"/>
              </a:xfrm>
              <a:prstGeom prst="ellipse">
                <a:avLst/>
              </a:prstGeom>
              <a:solidFill>
                <a:sysClr val="windowText" lastClr="00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29996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85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cxnSp>
            <p:nvCxnSpPr>
              <p:cNvPr id="60" name="직선 화살표 연결선 59">
                <a:extLst>
                  <a:ext uri="{FF2B5EF4-FFF2-40B4-BE49-F238E27FC236}">
                    <a16:creationId xmlns:a16="http://schemas.microsoft.com/office/drawing/2014/main" id="{3E5F0FC5-073A-4D6F-BC93-F88E62CDFFE6}"/>
                  </a:ext>
                </a:extLst>
              </p:cNvPr>
              <p:cNvCxnSpPr/>
              <p:nvPr/>
            </p:nvCxnSpPr>
            <p:spPr>
              <a:xfrm flipV="1">
                <a:off x="7760578" y="3506463"/>
                <a:ext cx="0" cy="422084"/>
              </a:xfrm>
              <a:prstGeom prst="straightConnector1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  <a:headEnd type="stealth" w="med" len="lg"/>
                <a:tailEnd type="stealth" w="med" len="lg"/>
              </a:ln>
              <a:effectLst/>
            </p:spPr>
          </p:cxn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E8991CF-ABBE-5272-BA0D-7F6D149E62E5}"/>
                  </a:ext>
                </a:extLst>
              </p:cNvPr>
              <p:cNvSpPr txBox="1"/>
              <p:nvPr/>
            </p:nvSpPr>
            <p:spPr>
              <a:xfrm>
                <a:off x="7777294" y="3501319"/>
                <a:ext cx="727473" cy="3606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29996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10 mm</a:t>
                </a:r>
                <a:endPara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E6285F0-5847-1CA5-6B02-41D8D9FD7431}"/>
                  </a:ext>
                </a:extLst>
              </p:cNvPr>
              <p:cNvSpPr txBox="1"/>
              <p:nvPr/>
            </p:nvSpPr>
            <p:spPr>
              <a:xfrm>
                <a:off x="7308304" y="2277183"/>
                <a:ext cx="766555" cy="3606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29996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60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Ovoids</a:t>
                </a:r>
                <a:endPara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58F76A31-0BAA-233A-4D5D-DC3133F2F668}"/>
                </a:ext>
              </a:extLst>
            </p:cNvPr>
            <p:cNvSpPr/>
            <p:nvPr/>
          </p:nvSpPr>
          <p:spPr>
            <a:xfrm>
              <a:off x="15279563" y="18569569"/>
              <a:ext cx="3370734" cy="2902670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alpha val="65000"/>
                  </a:srgbClr>
                </a:gs>
                <a:gs pos="59000">
                  <a:sysClr val="window" lastClr="FFFFFF">
                    <a:alpha val="0"/>
                  </a:sysClr>
                </a:gs>
              </a:gsLst>
              <a:path path="circle">
                <a:fillToRect l="50000" t="50000" r="50000" b="50000"/>
              </a:path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299966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5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pic>
        <p:nvPicPr>
          <p:cNvPr id="65" name="Picture 6">
            <a:extLst>
              <a:ext uri="{FF2B5EF4-FFF2-40B4-BE49-F238E27FC236}">
                <a16:creationId xmlns:a16="http://schemas.microsoft.com/office/drawing/2014/main" id="{D74E9FDF-8F9E-5600-7FA2-6BB46ECE40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9" r="-4409"/>
          <a:stretch/>
        </p:blipFill>
        <p:spPr bwMode="auto">
          <a:xfrm>
            <a:off x="13033650" y="15054348"/>
            <a:ext cx="10194556" cy="10493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8">
            <a:extLst>
              <a:ext uri="{FF2B5EF4-FFF2-40B4-BE49-F238E27FC236}">
                <a16:creationId xmlns:a16="http://schemas.microsoft.com/office/drawing/2014/main" id="{0F93FCC0-2CEC-2027-1CEB-6AC7442DD84F}"/>
              </a:ext>
            </a:extLst>
          </p:cNvPr>
          <p:cNvSpPr txBox="1"/>
          <p:nvPr/>
        </p:nvSpPr>
        <p:spPr>
          <a:xfrm>
            <a:off x="730993" y="27707488"/>
            <a:ext cx="4444678" cy="594009"/>
          </a:xfrm>
          <a:prstGeom prst="rect">
            <a:avLst/>
          </a:prstGeom>
          <a:noFill/>
        </p:spPr>
        <p:txBody>
          <a:bodyPr wrap="none" lIns="100584" tIns="50292" rIns="100584" bIns="50292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ko-KR" sz="3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setup</a:t>
            </a:r>
            <a:endParaRPr lang="ko-KR" altLang="en-US" sz="32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127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432</Words>
  <Application>Microsoft Office PowerPoint</Application>
  <PresentationFormat>사용자 지정</PresentationFormat>
  <Paragraphs>50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0" baseType="lpstr">
      <vt:lpstr>굴림</vt:lpstr>
      <vt:lpstr>맑은 고딕</vt:lpstr>
      <vt:lpstr>Aptos</vt:lpstr>
      <vt:lpstr>Aptos Display</vt:lpstr>
      <vt:lpstr>Arial</vt:lpstr>
      <vt:lpstr>Cambria Math</vt:lpstr>
      <vt:lpstr>Wingdings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라파라드_임영경</dc:creator>
  <cp:lastModifiedBy>freih</cp:lastModifiedBy>
  <cp:revision>8</cp:revision>
  <dcterms:created xsi:type="dcterms:W3CDTF">2026-07-27T07:58:27Z</dcterms:created>
  <dcterms:modified xsi:type="dcterms:W3CDTF">2026-07-28T00:00:42Z</dcterms:modified>
</cp:coreProperties>
</file>